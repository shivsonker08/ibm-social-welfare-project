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3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66" d="100"/>
          <a:sy n="66" d="100"/>
        </p:scale>
        <p:origin x="876"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5"/>
        <p:cNvGrpSpPr/>
        <p:nvPr/>
      </p:nvGrpSpPr>
      <p:grpSpPr>
        <a:xfrm>
          <a:off x="0" y="0"/>
          <a:ext cx="0" cy="0"/>
          <a:chOff x="0" y="0"/>
          <a:chExt cx="0" cy="0"/>
        </a:xfrm>
      </p:grpSpPr>
      <p:sp>
        <p:nvSpPr>
          <p:cNvPr id="16" name="Google Shape;16;n"/>
          <p:cNvSpPr txBox="1">
            <a:spLocks noGrp="1"/>
          </p:cNvSpPr>
          <p:nvPr>
            <p:ph type="hdr" idx="2"/>
          </p:nvPr>
        </p:nvSpPr>
        <p:spPr>
          <a:xfrm>
            <a:off x="0" y="0"/>
            <a:ext cx="2971800" cy="4587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7" name="Google Shape;17;n"/>
          <p:cNvSpPr txBox="1">
            <a:spLocks noGrp="1"/>
          </p:cNvSpPr>
          <p:nvPr>
            <p:ph type="dt" idx="10"/>
          </p:nvPr>
        </p:nvSpPr>
        <p:spPr>
          <a:xfrm>
            <a:off x="3884613" y="0"/>
            <a:ext cx="2971800" cy="4587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8" name="Google Shape;18;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 name="Google Shape;19;n"/>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20" name="Google Shape;20;n"/>
          <p:cNvSpPr txBox="1">
            <a:spLocks noGrp="1"/>
          </p:cNvSpPr>
          <p:nvPr>
            <p:ph type="ftr" idx="11"/>
          </p:nvPr>
        </p:nvSpPr>
        <p:spPr>
          <a:xfrm>
            <a:off x="0" y="8685213"/>
            <a:ext cx="2971800" cy="4587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1" name="Google Shape;21;n"/>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7" name="Google Shape;107;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4" name="Google Shape;114;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p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0" name="Google Shape;120;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p4: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6" name="Google Shape;126;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p5: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2" name="Google Shape;132;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p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8" name="Google Shape;138;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p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4" name="Google Shape;144;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p8: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0" name="Google Shape;150;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7" name="Google Shape;157;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p1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3" name="Google Shape;163;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p1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9" name="Google Shape;169;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p1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5" name="Google Shape;175;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p1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1" name="Google Shape;181;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p14: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7" name="Google Shape;187;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p15: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3" name="Google Shape;193;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p1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9" name="Google Shape;199;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
        <p:cNvGrpSpPr/>
        <p:nvPr/>
      </p:nvGrpSpPr>
      <p:grpSpPr>
        <a:xfrm>
          <a:off x="0" y="0"/>
          <a:ext cx="0" cy="0"/>
          <a:chOff x="0" y="0"/>
          <a:chExt cx="0" cy="0"/>
        </a:xfrm>
      </p:grpSpPr>
      <p:sp>
        <p:nvSpPr>
          <p:cNvPr id="204" name="Google Shape;204;p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5" name="Google Shape;205;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p18: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1" name="Google Shape;211;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
        <p:cNvGrpSpPr/>
        <p:nvPr/>
      </p:nvGrpSpPr>
      <p:grpSpPr>
        <a:xfrm>
          <a:off x="0" y="0"/>
          <a:ext cx="0" cy="0"/>
          <a:chOff x="0" y="0"/>
          <a:chExt cx="0" cy="0"/>
        </a:xfrm>
      </p:grpSpPr>
      <p:sp>
        <p:nvSpPr>
          <p:cNvPr id="216" name="Google Shape;216;p1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7" name="Google Shape;217;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p2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3" name="Google Shape;223;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
        <p:cNvGrpSpPr/>
        <p:nvPr/>
      </p:nvGrpSpPr>
      <p:grpSpPr>
        <a:xfrm>
          <a:off x="0" y="0"/>
          <a:ext cx="0" cy="0"/>
          <a:chOff x="0" y="0"/>
          <a:chExt cx="0" cy="0"/>
        </a:xfrm>
      </p:grpSpPr>
      <p:sp>
        <p:nvSpPr>
          <p:cNvPr id="228" name="Google Shape;228;p2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9" name="Google Shape;229;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p2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5" name="Google Shape;235;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p2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1" name="Google Shape;241;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p:cNvGrpSpPr/>
        <p:nvPr/>
      </p:nvGrpSpPr>
      <p:grpSpPr>
        <a:xfrm>
          <a:off x="0" y="0"/>
          <a:ext cx="0" cy="0"/>
          <a:chOff x="0" y="0"/>
          <a:chExt cx="0" cy="0"/>
        </a:xfrm>
      </p:grpSpPr>
      <p:sp>
        <p:nvSpPr>
          <p:cNvPr id="246" name="Google Shape;246;p24: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7" name="Google Shape;247;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1"/>
        <p:cNvGrpSpPr/>
        <p:nvPr/>
      </p:nvGrpSpPr>
      <p:grpSpPr>
        <a:xfrm>
          <a:off x="0" y="0"/>
          <a:ext cx="0" cy="0"/>
          <a:chOff x="0" y="0"/>
          <a:chExt cx="0" cy="0"/>
        </a:xfrm>
      </p:grpSpPr>
      <p:sp>
        <p:nvSpPr>
          <p:cNvPr id="252" name="Google Shape;252;p25: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3" name="Google Shape;253;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7"/>
        <p:cNvGrpSpPr/>
        <p:nvPr/>
      </p:nvGrpSpPr>
      <p:grpSpPr>
        <a:xfrm>
          <a:off x="0" y="0"/>
          <a:ext cx="0" cy="0"/>
          <a:chOff x="0" y="0"/>
          <a:chExt cx="0" cy="0"/>
        </a:xfrm>
      </p:grpSpPr>
      <p:sp>
        <p:nvSpPr>
          <p:cNvPr id="258" name="Google Shape;258;p2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9" name="Google Shape;259;p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3"/>
        <p:cNvGrpSpPr/>
        <p:nvPr/>
      </p:nvGrpSpPr>
      <p:grpSpPr>
        <a:xfrm>
          <a:off x="0" y="0"/>
          <a:ext cx="0" cy="0"/>
          <a:chOff x="0" y="0"/>
          <a:chExt cx="0" cy="0"/>
        </a:xfrm>
      </p:grpSpPr>
      <p:sp>
        <p:nvSpPr>
          <p:cNvPr id="264" name="Google Shape;264;p2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5" name="Google Shape;265;p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9"/>
        <p:cNvGrpSpPr/>
        <p:nvPr/>
      </p:nvGrpSpPr>
      <p:grpSpPr>
        <a:xfrm>
          <a:off x="0" y="0"/>
          <a:ext cx="0" cy="0"/>
          <a:chOff x="0" y="0"/>
          <a:chExt cx="0" cy="0"/>
        </a:xfrm>
      </p:grpSpPr>
      <p:sp>
        <p:nvSpPr>
          <p:cNvPr id="270" name="Google Shape;270;p28: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1" name="Google Shape;271;p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5"/>
        <p:cNvGrpSpPr/>
        <p:nvPr/>
      </p:nvGrpSpPr>
      <p:grpSpPr>
        <a:xfrm>
          <a:off x="0" y="0"/>
          <a:ext cx="0" cy="0"/>
          <a:chOff x="0" y="0"/>
          <a:chExt cx="0" cy="0"/>
        </a:xfrm>
      </p:grpSpPr>
      <p:sp>
        <p:nvSpPr>
          <p:cNvPr id="276" name="Google Shape;276;p2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7" name="Google Shape;277;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1"/>
        <p:cNvGrpSpPr/>
        <p:nvPr/>
      </p:nvGrpSpPr>
      <p:grpSpPr>
        <a:xfrm>
          <a:off x="0" y="0"/>
          <a:ext cx="0" cy="0"/>
          <a:chOff x="0" y="0"/>
          <a:chExt cx="0" cy="0"/>
        </a:xfrm>
      </p:grpSpPr>
      <p:sp>
        <p:nvSpPr>
          <p:cNvPr id="282" name="Google Shape;282;p3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3" name="Google Shape;283;p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p3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9" name="Google Shape;289;p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31"/>
        <p:cNvGrpSpPr/>
        <p:nvPr/>
      </p:nvGrpSpPr>
      <p:grpSpPr>
        <a:xfrm>
          <a:off x="0" y="0"/>
          <a:ext cx="0" cy="0"/>
          <a:chOff x="0" y="0"/>
          <a:chExt cx="0" cy="0"/>
        </a:xfrm>
      </p:grpSpPr>
      <p:sp>
        <p:nvSpPr>
          <p:cNvPr id="32" name="Google Shape;32;p2"/>
          <p:cNvSpPr/>
          <p:nvPr/>
        </p:nvSpPr>
        <p:spPr>
          <a:xfrm>
            <a:off x="446534" y="3085764"/>
            <a:ext cx="11298900" cy="3338100"/>
          </a:xfrm>
          <a:prstGeom prst="rect">
            <a:avLst/>
          </a:prstGeom>
          <a:solidFill>
            <a:srgbClr val="4653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2"/>
          <p:cNvSpPr txBox="1">
            <a:spLocks noGrp="1"/>
          </p:cNvSpPr>
          <p:nvPr>
            <p:ph type="ctrTitle"/>
          </p:nvPr>
        </p:nvSpPr>
        <p:spPr>
          <a:xfrm>
            <a:off x="581191" y="1020431"/>
            <a:ext cx="10993500" cy="1475100"/>
          </a:xfrm>
          <a:prstGeom prst="rect">
            <a:avLst/>
          </a:prstGeom>
          <a:noFill/>
          <a:ln>
            <a:noFill/>
          </a:ln>
        </p:spPr>
        <p:txBody>
          <a:bodyPr spcFirstLastPara="1" wrap="square" lIns="91425" tIns="45700" rIns="91425" bIns="45700" anchor="b" anchorCtr="0">
            <a:normAutofit/>
          </a:bodyPr>
          <a:lstStyle>
            <a:lvl1pPr lvl="0" algn="l" rtl="0">
              <a:lnSpc>
                <a:spcPct val="100000"/>
              </a:lnSpc>
              <a:spcBef>
                <a:spcPts val="0"/>
              </a:spcBef>
              <a:spcAft>
                <a:spcPts val="0"/>
              </a:spcAft>
              <a:buClr>
                <a:srgbClr val="3F3F3F"/>
              </a:buClr>
              <a:buSzPts val="3600"/>
              <a:buFont typeface="Franklin Gothic"/>
              <a:buNone/>
              <a:defRPr sz="3600">
                <a:solidFill>
                  <a:srgbClr val="3F3F3F"/>
                </a:solidFill>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2"/>
          <p:cNvSpPr txBox="1">
            <a:spLocks noGrp="1"/>
          </p:cNvSpPr>
          <p:nvPr>
            <p:ph type="subTitle" idx="1"/>
          </p:nvPr>
        </p:nvSpPr>
        <p:spPr>
          <a:xfrm>
            <a:off x="581194" y="2495445"/>
            <a:ext cx="10993500" cy="590400"/>
          </a:xfrm>
          <a:prstGeom prst="rect">
            <a:avLst/>
          </a:prstGeom>
          <a:noFill/>
          <a:ln>
            <a:noFill/>
          </a:ln>
        </p:spPr>
        <p:txBody>
          <a:bodyPr spcFirstLastPara="1" wrap="square" lIns="91425" tIns="45700" rIns="91425" bIns="45700" anchor="t" anchorCtr="0">
            <a:normAutofit/>
          </a:bodyPr>
          <a:lstStyle>
            <a:lvl1pPr lvl="0" algn="l" rtl="0">
              <a:lnSpc>
                <a:spcPct val="110000"/>
              </a:lnSpc>
              <a:spcBef>
                <a:spcPts val="320"/>
              </a:spcBef>
              <a:spcAft>
                <a:spcPts val="0"/>
              </a:spcAft>
              <a:buSzPts val="1472"/>
              <a:buNone/>
              <a:defRPr sz="1600" cap="none">
                <a:solidFill>
                  <a:schemeClr val="accent1"/>
                </a:solidFill>
              </a:defRPr>
            </a:lvl1pPr>
            <a:lvl2pPr lvl="1" algn="ctr" rtl="0">
              <a:spcBef>
                <a:spcPts val="600"/>
              </a:spcBef>
              <a:spcAft>
                <a:spcPts val="0"/>
              </a:spcAft>
              <a:buSzPts val="1288"/>
              <a:buNone/>
              <a:defRPr>
                <a:solidFill>
                  <a:srgbClr val="888888"/>
                </a:solidFill>
              </a:defRPr>
            </a:lvl2pPr>
            <a:lvl3pPr lvl="2" algn="ctr" rtl="0">
              <a:spcBef>
                <a:spcPts val="600"/>
              </a:spcBef>
              <a:spcAft>
                <a:spcPts val="0"/>
              </a:spcAft>
              <a:buSzPts val="1196"/>
              <a:buNone/>
              <a:defRPr>
                <a:solidFill>
                  <a:srgbClr val="888888"/>
                </a:solidFill>
              </a:defRPr>
            </a:lvl3pPr>
            <a:lvl4pPr lvl="3" algn="ctr" rtl="0">
              <a:spcBef>
                <a:spcPts val="600"/>
              </a:spcBef>
              <a:spcAft>
                <a:spcPts val="0"/>
              </a:spcAft>
              <a:buSzPts val="1012"/>
              <a:buNone/>
              <a:defRPr>
                <a:solidFill>
                  <a:srgbClr val="888888"/>
                </a:solidFill>
              </a:defRPr>
            </a:lvl4pPr>
            <a:lvl5pPr lvl="4" algn="ctr" rtl="0">
              <a:spcBef>
                <a:spcPts val="600"/>
              </a:spcBef>
              <a:spcAft>
                <a:spcPts val="0"/>
              </a:spcAft>
              <a:buSzPts val="1012"/>
              <a:buNone/>
              <a:defRPr>
                <a:solidFill>
                  <a:srgbClr val="888888"/>
                </a:solidFill>
              </a:defRPr>
            </a:lvl5pPr>
            <a:lvl6pPr lvl="5" algn="ctr" rtl="0">
              <a:spcBef>
                <a:spcPts val="600"/>
              </a:spcBef>
              <a:spcAft>
                <a:spcPts val="0"/>
              </a:spcAft>
              <a:buSzPts val="1104"/>
              <a:buNone/>
              <a:defRPr>
                <a:solidFill>
                  <a:srgbClr val="888888"/>
                </a:solidFill>
              </a:defRPr>
            </a:lvl6pPr>
            <a:lvl7pPr lvl="6" algn="ctr" rtl="0">
              <a:spcBef>
                <a:spcPts val="600"/>
              </a:spcBef>
              <a:spcAft>
                <a:spcPts val="0"/>
              </a:spcAft>
              <a:buSzPts val="1104"/>
              <a:buNone/>
              <a:defRPr>
                <a:solidFill>
                  <a:srgbClr val="888888"/>
                </a:solidFill>
              </a:defRPr>
            </a:lvl7pPr>
            <a:lvl8pPr lvl="7" algn="ctr" rtl="0">
              <a:spcBef>
                <a:spcPts val="600"/>
              </a:spcBef>
              <a:spcAft>
                <a:spcPts val="0"/>
              </a:spcAft>
              <a:buSzPts val="1104"/>
              <a:buNone/>
              <a:defRPr>
                <a:solidFill>
                  <a:srgbClr val="888888"/>
                </a:solidFill>
              </a:defRPr>
            </a:lvl8pPr>
            <a:lvl9pPr lvl="8" algn="ctr" rtl="0">
              <a:spcBef>
                <a:spcPts val="600"/>
              </a:spcBef>
              <a:spcAft>
                <a:spcPts val="600"/>
              </a:spcAft>
              <a:buSzPts val="1104"/>
              <a:buNone/>
              <a:defRPr>
                <a:solidFill>
                  <a:srgbClr val="888888"/>
                </a:solidFill>
              </a:defRPr>
            </a:lvl9pPr>
          </a:lstStyle>
          <a:p>
            <a:endParaRPr/>
          </a:p>
        </p:txBody>
      </p:sp>
      <p:sp>
        <p:nvSpPr>
          <p:cNvPr id="35" name="Google Shape;35;p2"/>
          <p:cNvSpPr txBox="1">
            <a:spLocks noGrp="1"/>
          </p:cNvSpPr>
          <p:nvPr>
            <p:ph type="dt" idx="10"/>
          </p:nvPr>
        </p:nvSpPr>
        <p:spPr>
          <a:xfrm>
            <a:off x="7605951" y="6423914"/>
            <a:ext cx="2844900" cy="365100"/>
          </a:xfrm>
          <a:prstGeom prst="rect">
            <a:avLst/>
          </a:prstGeom>
          <a:noFill/>
          <a:ln>
            <a:noFill/>
          </a:ln>
        </p:spPr>
        <p:txBody>
          <a:bodyPr spcFirstLastPara="1" wrap="square" lIns="91425" tIns="45700" rIns="91425" bIns="45700" anchor="ctr" anchorCtr="0">
            <a:noAutofit/>
          </a:bodyPr>
          <a:lstStyle>
            <a:lvl1pPr lvl="0" algn="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6" name="Google Shape;36;p2"/>
          <p:cNvSpPr txBox="1">
            <a:spLocks noGrp="1"/>
          </p:cNvSpPr>
          <p:nvPr>
            <p:ph type="ftr" idx="11"/>
          </p:nvPr>
        </p:nvSpPr>
        <p:spPr>
          <a:xfrm>
            <a:off x="581192" y="6423914"/>
            <a:ext cx="6917100" cy="3651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b="0" i="0" u="none" strike="noStrike" cap="none">
                <a:solidFill>
                  <a:schemeClr val="dk1"/>
                </a:solidFill>
                <a:latin typeface="Libre Franklin"/>
                <a:ea typeface="Libre Franklin"/>
                <a:cs typeface="Libre Franklin"/>
                <a:sym typeface="Libre Franklin"/>
              </a:defRPr>
            </a:lvl1pPr>
            <a:lvl2pPr marR="0" lvl="1" algn="l" rtl="0">
              <a:spcBef>
                <a:spcPts val="0"/>
              </a:spcBef>
              <a:spcAft>
                <a:spcPts val="0"/>
              </a:spcAft>
              <a:buSzPts val="1400"/>
              <a:buNone/>
              <a:defRPr sz="1800" b="0" i="0" u="none" strike="noStrike" cap="none">
                <a:solidFill>
                  <a:schemeClr val="dk1"/>
                </a:solidFill>
                <a:latin typeface="Libre Franklin"/>
                <a:ea typeface="Libre Franklin"/>
                <a:cs typeface="Libre Franklin"/>
                <a:sym typeface="Libre Franklin"/>
              </a:defRPr>
            </a:lvl2pPr>
            <a:lvl3pPr marR="0" lvl="2" algn="l" rtl="0">
              <a:spcBef>
                <a:spcPts val="0"/>
              </a:spcBef>
              <a:spcAft>
                <a:spcPts val="0"/>
              </a:spcAft>
              <a:buSzPts val="1400"/>
              <a:buNone/>
              <a:defRPr sz="1800" b="0" i="0" u="none" strike="noStrike" cap="none">
                <a:solidFill>
                  <a:schemeClr val="dk1"/>
                </a:solidFill>
                <a:latin typeface="Libre Franklin"/>
                <a:ea typeface="Libre Franklin"/>
                <a:cs typeface="Libre Franklin"/>
                <a:sym typeface="Libre Franklin"/>
              </a:defRPr>
            </a:lvl3pPr>
            <a:lvl4pPr marR="0" lvl="3" algn="l" rtl="0">
              <a:spcBef>
                <a:spcPts val="0"/>
              </a:spcBef>
              <a:spcAft>
                <a:spcPts val="0"/>
              </a:spcAft>
              <a:buSzPts val="1400"/>
              <a:buNone/>
              <a:defRPr sz="1800" b="0" i="0" u="none" strike="noStrike" cap="none">
                <a:solidFill>
                  <a:schemeClr val="dk1"/>
                </a:solidFill>
                <a:latin typeface="Libre Franklin"/>
                <a:ea typeface="Libre Franklin"/>
                <a:cs typeface="Libre Franklin"/>
                <a:sym typeface="Libre Franklin"/>
              </a:defRPr>
            </a:lvl4pPr>
            <a:lvl5pPr marR="0" lvl="4" algn="l" rtl="0">
              <a:spcBef>
                <a:spcPts val="0"/>
              </a:spcBef>
              <a:spcAft>
                <a:spcPts val="0"/>
              </a:spcAft>
              <a:buSzPts val="1400"/>
              <a:buNone/>
              <a:defRPr sz="1800" b="0" i="0" u="none" strike="noStrike" cap="none">
                <a:solidFill>
                  <a:schemeClr val="dk1"/>
                </a:solidFill>
                <a:latin typeface="Libre Franklin"/>
                <a:ea typeface="Libre Franklin"/>
                <a:cs typeface="Libre Franklin"/>
                <a:sym typeface="Libre Franklin"/>
              </a:defRPr>
            </a:lvl5pPr>
            <a:lvl6pPr marR="0" lvl="5" algn="l" rtl="0">
              <a:spcBef>
                <a:spcPts val="0"/>
              </a:spcBef>
              <a:spcAft>
                <a:spcPts val="0"/>
              </a:spcAft>
              <a:buSzPts val="1400"/>
              <a:buNone/>
              <a:defRPr sz="1800" b="0" i="0" u="none" strike="noStrike" cap="none">
                <a:solidFill>
                  <a:schemeClr val="dk1"/>
                </a:solidFill>
                <a:latin typeface="Libre Franklin"/>
                <a:ea typeface="Libre Franklin"/>
                <a:cs typeface="Libre Franklin"/>
                <a:sym typeface="Libre Franklin"/>
              </a:defRPr>
            </a:lvl6pPr>
            <a:lvl7pPr marR="0" lvl="6" algn="l" rtl="0">
              <a:spcBef>
                <a:spcPts val="0"/>
              </a:spcBef>
              <a:spcAft>
                <a:spcPts val="0"/>
              </a:spcAft>
              <a:buSzPts val="1400"/>
              <a:buNone/>
              <a:defRPr sz="1800" b="0" i="0" u="none" strike="noStrike" cap="none">
                <a:solidFill>
                  <a:schemeClr val="dk1"/>
                </a:solidFill>
                <a:latin typeface="Libre Franklin"/>
                <a:ea typeface="Libre Franklin"/>
                <a:cs typeface="Libre Franklin"/>
                <a:sym typeface="Libre Franklin"/>
              </a:defRPr>
            </a:lvl7pPr>
            <a:lvl8pPr marR="0" lvl="7" algn="l" rtl="0">
              <a:spcBef>
                <a:spcPts val="0"/>
              </a:spcBef>
              <a:spcAft>
                <a:spcPts val="0"/>
              </a:spcAft>
              <a:buSzPts val="1400"/>
              <a:buNone/>
              <a:defRPr sz="1800" b="0" i="0" u="none" strike="noStrike" cap="none">
                <a:solidFill>
                  <a:schemeClr val="dk1"/>
                </a:solidFill>
                <a:latin typeface="Libre Franklin"/>
                <a:ea typeface="Libre Franklin"/>
                <a:cs typeface="Libre Franklin"/>
                <a:sym typeface="Libre Franklin"/>
              </a:defRPr>
            </a:lvl8pPr>
            <a:lvl9pPr marR="0" lvl="8" algn="l" rtl="0">
              <a:spcBef>
                <a:spcPts val="0"/>
              </a:spcBef>
              <a:spcAft>
                <a:spcPts val="0"/>
              </a:spcAft>
              <a:buSzPts val="1400"/>
              <a:buNone/>
              <a:defRPr sz="1800" b="0" i="0" u="none" strike="noStrike" cap="none">
                <a:solidFill>
                  <a:schemeClr val="dk1"/>
                </a:solidFill>
                <a:latin typeface="Libre Franklin"/>
                <a:ea typeface="Libre Franklin"/>
                <a:cs typeface="Libre Franklin"/>
                <a:sym typeface="Libre Franklin"/>
              </a:defRPr>
            </a:lvl9pPr>
          </a:lstStyle>
          <a:p>
            <a:endParaRPr/>
          </a:p>
        </p:txBody>
      </p:sp>
      <p:sp>
        <p:nvSpPr>
          <p:cNvPr id="37" name="Google Shape;37;p2"/>
          <p:cNvSpPr txBox="1">
            <a:spLocks noGrp="1"/>
          </p:cNvSpPr>
          <p:nvPr>
            <p:ph type="sldNum" idx="12"/>
          </p:nvPr>
        </p:nvSpPr>
        <p:spPr>
          <a:xfrm>
            <a:off x="10558300" y="6423914"/>
            <a:ext cx="10524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38"/>
        <p:cNvGrpSpPr/>
        <p:nvPr/>
      </p:nvGrpSpPr>
      <p:grpSpPr>
        <a:xfrm>
          <a:off x="0" y="0"/>
          <a:ext cx="0" cy="0"/>
          <a:chOff x="0" y="0"/>
          <a:chExt cx="0" cy="0"/>
        </a:xfrm>
      </p:grpSpPr>
      <p:sp>
        <p:nvSpPr>
          <p:cNvPr id="39" name="Google Shape;39;p3"/>
          <p:cNvSpPr txBox="1">
            <a:spLocks noGrp="1"/>
          </p:cNvSpPr>
          <p:nvPr>
            <p:ph type="title"/>
          </p:nvPr>
        </p:nvSpPr>
        <p:spPr>
          <a:xfrm>
            <a:off x="581192" y="702156"/>
            <a:ext cx="11029500" cy="530400"/>
          </a:xfrm>
          <a:prstGeom prst="rect">
            <a:avLst/>
          </a:prstGeom>
          <a:noFill/>
          <a:ln>
            <a:noFill/>
          </a:ln>
        </p:spPr>
        <p:txBody>
          <a:bodyPr spcFirstLastPara="1" wrap="square" lIns="91425" tIns="45700" rIns="91425" bIns="45700" anchor="b" anchorCtr="0">
            <a:normAutofit/>
          </a:bodyPr>
          <a:lstStyle>
            <a:lvl1pPr lvl="0" algn="l" rtl="0">
              <a:lnSpc>
                <a:spcPct val="100000"/>
              </a:lnSpc>
              <a:spcBef>
                <a:spcPts val="0"/>
              </a:spcBef>
              <a:spcAft>
                <a:spcPts val="0"/>
              </a:spcAft>
              <a:buClr>
                <a:srgbClr val="3F3F3F"/>
              </a:buClr>
              <a:buSzPts val="18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3"/>
          <p:cNvSpPr txBox="1">
            <a:spLocks noGrp="1"/>
          </p:cNvSpPr>
          <p:nvPr>
            <p:ph type="body" idx="1"/>
          </p:nvPr>
        </p:nvSpPr>
        <p:spPr>
          <a:xfrm>
            <a:off x="581192" y="1302026"/>
            <a:ext cx="11029500" cy="4673400"/>
          </a:xfrm>
          <a:prstGeom prst="rect">
            <a:avLst/>
          </a:prstGeom>
          <a:noFill/>
          <a:ln>
            <a:noFill/>
          </a:ln>
        </p:spPr>
        <p:txBody>
          <a:bodyPr spcFirstLastPara="1" wrap="square" lIns="91425" tIns="45700" rIns="91425" bIns="45700" anchor="ctr" anchorCtr="0">
            <a:normAutofit/>
          </a:bodyPr>
          <a:lstStyle>
            <a:lvl1pPr marL="457200" lvl="0" indent="-333756" algn="l" rtl="0">
              <a:lnSpc>
                <a:spcPct val="110000"/>
              </a:lnSpc>
              <a:spcBef>
                <a:spcPts val="360"/>
              </a:spcBef>
              <a:spcAft>
                <a:spcPts val="0"/>
              </a:spcAft>
              <a:buSzPts val="1656"/>
              <a:buChar char="◼"/>
              <a:defRPr/>
            </a:lvl1pPr>
            <a:lvl2pPr marL="914400" lvl="1" indent="-333756" algn="l" rtl="0">
              <a:spcBef>
                <a:spcPts val="600"/>
              </a:spcBef>
              <a:spcAft>
                <a:spcPts val="0"/>
              </a:spcAft>
              <a:buSzPts val="1656"/>
              <a:buChar char="◼"/>
              <a:defRPr/>
            </a:lvl2pPr>
            <a:lvl3pPr marL="1371600" lvl="2" indent="-333756" algn="l" rtl="0">
              <a:spcBef>
                <a:spcPts val="600"/>
              </a:spcBef>
              <a:spcAft>
                <a:spcPts val="0"/>
              </a:spcAft>
              <a:buSzPts val="1656"/>
              <a:buChar char="◼"/>
              <a:defRPr/>
            </a:lvl3pPr>
            <a:lvl4pPr marL="1828800" lvl="3" indent="-333756" algn="l" rtl="0">
              <a:spcBef>
                <a:spcPts val="600"/>
              </a:spcBef>
              <a:spcAft>
                <a:spcPts val="0"/>
              </a:spcAft>
              <a:buSzPts val="1656"/>
              <a:buChar char="◼"/>
              <a:defRPr/>
            </a:lvl4pPr>
            <a:lvl5pPr marL="2286000" lvl="4" indent="-333756" algn="l" rtl="0">
              <a:spcBef>
                <a:spcPts val="600"/>
              </a:spcBef>
              <a:spcAft>
                <a:spcPts val="0"/>
              </a:spcAft>
              <a:buSzPts val="1656"/>
              <a:buChar char="◼"/>
              <a:defRPr/>
            </a:lvl5pPr>
            <a:lvl6pPr marL="2743200" lvl="5" indent="-333756" algn="l" rtl="0">
              <a:spcBef>
                <a:spcPts val="600"/>
              </a:spcBef>
              <a:spcAft>
                <a:spcPts val="0"/>
              </a:spcAft>
              <a:buSzPts val="1656"/>
              <a:buChar char="◼"/>
              <a:defRPr/>
            </a:lvl6pPr>
            <a:lvl7pPr marL="3200400" lvl="6" indent="-333756" algn="l" rtl="0">
              <a:spcBef>
                <a:spcPts val="600"/>
              </a:spcBef>
              <a:spcAft>
                <a:spcPts val="0"/>
              </a:spcAft>
              <a:buSzPts val="1656"/>
              <a:buChar char="◼"/>
              <a:defRPr/>
            </a:lvl7pPr>
            <a:lvl8pPr marL="3657600" lvl="7" indent="-333756" algn="l" rtl="0">
              <a:spcBef>
                <a:spcPts val="600"/>
              </a:spcBef>
              <a:spcAft>
                <a:spcPts val="0"/>
              </a:spcAft>
              <a:buSzPts val="1656"/>
              <a:buChar char="◼"/>
              <a:defRPr/>
            </a:lvl8pPr>
            <a:lvl9pPr marL="4114800" lvl="8" indent="-333756" algn="l" rtl="0">
              <a:spcBef>
                <a:spcPts val="600"/>
              </a:spcBef>
              <a:spcAft>
                <a:spcPts val="600"/>
              </a:spcAft>
              <a:buSzPts val="1656"/>
              <a:buChar char="◼"/>
              <a:defRPr/>
            </a:lvl9pPr>
          </a:lstStyle>
          <a:p>
            <a:endParaRPr/>
          </a:p>
        </p:txBody>
      </p:sp>
      <p:sp>
        <p:nvSpPr>
          <p:cNvPr id="41" name="Google Shape;41;p3"/>
          <p:cNvSpPr txBox="1">
            <a:spLocks noGrp="1"/>
          </p:cNvSpPr>
          <p:nvPr>
            <p:ph type="dt" idx="10"/>
          </p:nvPr>
        </p:nvSpPr>
        <p:spPr>
          <a:xfrm>
            <a:off x="7605951" y="6423914"/>
            <a:ext cx="2844900" cy="365100"/>
          </a:xfrm>
          <a:prstGeom prst="rect">
            <a:avLst/>
          </a:prstGeom>
          <a:noFill/>
          <a:ln>
            <a:noFill/>
          </a:ln>
        </p:spPr>
        <p:txBody>
          <a:bodyPr spcFirstLastPara="1" wrap="square" lIns="91425" tIns="45700" rIns="91425" bIns="45700" anchor="ctr" anchorCtr="0">
            <a:noAutofit/>
          </a:bodyPr>
          <a:lstStyle>
            <a:lvl1pPr lvl="0" algn="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2"/>
        <p:cNvGrpSpPr/>
        <p:nvPr/>
      </p:nvGrpSpPr>
      <p:grpSpPr>
        <a:xfrm>
          <a:off x="0" y="0"/>
          <a:ext cx="0" cy="0"/>
          <a:chOff x="0" y="0"/>
          <a:chExt cx="0" cy="0"/>
        </a:xfrm>
      </p:grpSpPr>
      <p:sp>
        <p:nvSpPr>
          <p:cNvPr id="43" name="Google Shape;43;p4"/>
          <p:cNvSpPr txBox="1">
            <a:spLocks noGrp="1"/>
          </p:cNvSpPr>
          <p:nvPr>
            <p:ph type="title"/>
          </p:nvPr>
        </p:nvSpPr>
        <p:spPr>
          <a:xfrm>
            <a:off x="575894" y="729658"/>
            <a:ext cx="11029500" cy="592200"/>
          </a:xfrm>
          <a:prstGeom prst="rect">
            <a:avLst/>
          </a:prstGeom>
          <a:noFill/>
          <a:ln>
            <a:noFill/>
          </a:ln>
        </p:spPr>
        <p:txBody>
          <a:bodyPr spcFirstLastPara="1" wrap="square" lIns="91425" tIns="45700" rIns="91425" bIns="45700" anchor="b" anchorCtr="0">
            <a:normAutofit/>
          </a:bodyPr>
          <a:lstStyle>
            <a:lvl1pPr lvl="0" algn="l" rtl="0">
              <a:lnSpc>
                <a:spcPct val="100000"/>
              </a:lnSpc>
              <a:spcBef>
                <a:spcPts val="0"/>
              </a:spcBef>
              <a:spcAft>
                <a:spcPts val="0"/>
              </a:spcAft>
              <a:buClr>
                <a:srgbClr val="3F3F3F"/>
              </a:buClr>
              <a:buSzPts val="18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4" name="Google Shape;44;p4"/>
          <p:cNvSpPr txBox="1">
            <a:spLocks noGrp="1"/>
          </p:cNvSpPr>
          <p:nvPr>
            <p:ph type="dt" idx="10"/>
          </p:nvPr>
        </p:nvSpPr>
        <p:spPr>
          <a:xfrm>
            <a:off x="7605951" y="6423914"/>
            <a:ext cx="2844900" cy="365100"/>
          </a:xfrm>
          <a:prstGeom prst="rect">
            <a:avLst/>
          </a:prstGeom>
          <a:noFill/>
          <a:ln>
            <a:noFill/>
          </a:ln>
        </p:spPr>
        <p:txBody>
          <a:bodyPr spcFirstLastPara="1" wrap="square" lIns="91425" tIns="45700" rIns="91425" bIns="45700" anchor="ctr" anchorCtr="0">
            <a:noAutofit/>
          </a:bodyPr>
          <a:lstStyle>
            <a:lvl1pPr lvl="0" algn="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5" name="Google Shape;45;p4"/>
          <p:cNvSpPr txBox="1">
            <a:spLocks noGrp="1"/>
          </p:cNvSpPr>
          <p:nvPr>
            <p:ph type="ftr" idx="11"/>
          </p:nvPr>
        </p:nvSpPr>
        <p:spPr>
          <a:xfrm>
            <a:off x="581192" y="6423914"/>
            <a:ext cx="6917100" cy="3651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Libre Franklin"/>
                <a:ea typeface="Libre Franklin"/>
                <a:cs typeface="Libre Franklin"/>
                <a:sym typeface="Libre Franklin"/>
              </a:defRPr>
            </a:lvl1pPr>
            <a:lvl2pPr marR="0" lvl="1" algn="l" rtl="0">
              <a:spcBef>
                <a:spcPts val="0"/>
              </a:spcBef>
              <a:spcAft>
                <a:spcPts val="0"/>
              </a:spcAft>
              <a:buSzPts val="1400"/>
              <a:buNone/>
              <a:defRPr sz="1800" b="0" i="0" u="none" strike="noStrike" cap="none">
                <a:solidFill>
                  <a:schemeClr val="dk1"/>
                </a:solidFill>
                <a:latin typeface="Libre Franklin"/>
                <a:ea typeface="Libre Franklin"/>
                <a:cs typeface="Libre Franklin"/>
                <a:sym typeface="Libre Franklin"/>
              </a:defRPr>
            </a:lvl2pPr>
            <a:lvl3pPr marR="0" lvl="2" algn="l" rtl="0">
              <a:spcBef>
                <a:spcPts val="0"/>
              </a:spcBef>
              <a:spcAft>
                <a:spcPts val="0"/>
              </a:spcAft>
              <a:buSzPts val="1400"/>
              <a:buNone/>
              <a:defRPr sz="1800" b="0" i="0" u="none" strike="noStrike" cap="none">
                <a:solidFill>
                  <a:schemeClr val="dk1"/>
                </a:solidFill>
                <a:latin typeface="Libre Franklin"/>
                <a:ea typeface="Libre Franklin"/>
                <a:cs typeface="Libre Franklin"/>
                <a:sym typeface="Libre Franklin"/>
              </a:defRPr>
            </a:lvl3pPr>
            <a:lvl4pPr marR="0" lvl="3" algn="l" rtl="0">
              <a:spcBef>
                <a:spcPts val="0"/>
              </a:spcBef>
              <a:spcAft>
                <a:spcPts val="0"/>
              </a:spcAft>
              <a:buSzPts val="1400"/>
              <a:buNone/>
              <a:defRPr sz="1800" b="0" i="0" u="none" strike="noStrike" cap="none">
                <a:solidFill>
                  <a:schemeClr val="dk1"/>
                </a:solidFill>
                <a:latin typeface="Libre Franklin"/>
                <a:ea typeface="Libre Franklin"/>
                <a:cs typeface="Libre Franklin"/>
                <a:sym typeface="Libre Franklin"/>
              </a:defRPr>
            </a:lvl4pPr>
            <a:lvl5pPr marR="0" lvl="4" algn="l" rtl="0">
              <a:spcBef>
                <a:spcPts val="0"/>
              </a:spcBef>
              <a:spcAft>
                <a:spcPts val="0"/>
              </a:spcAft>
              <a:buSzPts val="1400"/>
              <a:buNone/>
              <a:defRPr sz="1800" b="0" i="0" u="none" strike="noStrike" cap="none">
                <a:solidFill>
                  <a:schemeClr val="dk1"/>
                </a:solidFill>
                <a:latin typeface="Libre Franklin"/>
                <a:ea typeface="Libre Franklin"/>
                <a:cs typeface="Libre Franklin"/>
                <a:sym typeface="Libre Franklin"/>
              </a:defRPr>
            </a:lvl5pPr>
            <a:lvl6pPr marR="0" lvl="5" algn="l" rtl="0">
              <a:spcBef>
                <a:spcPts val="0"/>
              </a:spcBef>
              <a:spcAft>
                <a:spcPts val="0"/>
              </a:spcAft>
              <a:buSzPts val="1400"/>
              <a:buNone/>
              <a:defRPr sz="1800" b="0" i="0" u="none" strike="noStrike" cap="none">
                <a:solidFill>
                  <a:schemeClr val="dk1"/>
                </a:solidFill>
                <a:latin typeface="Libre Franklin"/>
                <a:ea typeface="Libre Franklin"/>
                <a:cs typeface="Libre Franklin"/>
                <a:sym typeface="Libre Franklin"/>
              </a:defRPr>
            </a:lvl6pPr>
            <a:lvl7pPr marR="0" lvl="6" algn="l" rtl="0">
              <a:spcBef>
                <a:spcPts val="0"/>
              </a:spcBef>
              <a:spcAft>
                <a:spcPts val="0"/>
              </a:spcAft>
              <a:buSzPts val="1400"/>
              <a:buNone/>
              <a:defRPr sz="1800" b="0" i="0" u="none" strike="noStrike" cap="none">
                <a:solidFill>
                  <a:schemeClr val="dk1"/>
                </a:solidFill>
                <a:latin typeface="Libre Franklin"/>
                <a:ea typeface="Libre Franklin"/>
                <a:cs typeface="Libre Franklin"/>
                <a:sym typeface="Libre Franklin"/>
              </a:defRPr>
            </a:lvl7pPr>
            <a:lvl8pPr marR="0" lvl="7" algn="l" rtl="0">
              <a:spcBef>
                <a:spcPts val="0"/>
              </a:spcBef>
              <a:spcAft>
                <a:spcPts val="0"/>
              </a:spcAft>
              <a:buSzPts val="1400"/>
              <a:buNone/>
              <a:defRPr sz="1800" b="0" i="0" u="none" strike="noStrike" cap="none">
                <a:solidFill>
                  <a:schemeClr val="dk1"/>
                </a:solidFill>
                <a:latin typeface="Libre Franklin"/>
                <a:ea typeface="Libre Franklin"/>
                <a:cs typeface="Libre Franklin"/>
                <a:sym typeface="Libre Franklin"/>
              </a:defRPr>
            </a:lvl8pPr>
            <a:lvl9pPr marR="0" lvl="8" algn="l" rtl="0">
              <a:spcBef>
                <a:spcPts val="0"/>
              </a:spcBef>
              <a:spcAft>
                <a:spcPts val="0"/>
              </a:spcAft>
              <a:buSzPts val="1400"/>
              <a:buNone/>
              <a:defRPr sz="1800" b="0" i="0" u="none" strike="noStrike" cap="none">
                <a:solidFill>
                  <a:schemeClr val="dk1"/>
                </a:solidFill>
                <a:latin typeface="Libre Franklin"/>
                <a:ea typeface="Libre Franklin"/>
                <a:cs typeface="Libre Franklin"/>
                <a:sym typeface="Libre Franklin"/>
              </a:defRPr>
            </a:lvl9pPr>
          </a:lstStyle>
          <a:p>
            <a:endParaRPr/>
          </a:p>
        </p:txBody>
      </p:sp>
      <p:sp>
        <p:nvSpPr>
          <p:cNvPr id="46" name="Google Shape;46;p4"/>
          <p:cNvSpPr txBox="1">
            <a:spLocks noGrp="1"/>
          </p:cNvSpPr>
          <p:nvPr>
            <p:ph type="sldNum" idx="12"/>
          </p:nvPr>
        </p:nvSpPr>
        <p:spPr>
          <a:xfrm>
            <a:off x="10558300" y="6423914"/>
            <a:ext cx="10524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7"/>
        <p:cNvGrpSpPr/>
        <p:nvPr/>
      </p:nvGrpSpPr>
      <p:grpSpPr>
        <a:xfrm>
          <a:off x="0" y="0"/>
          <a:ext cx="0" cy="0"/>
          <a:chOff x="0" y="0"/>
          <a:chExt cx="0" cy="0"/>
        </a:xfrm>
      </p:grpSpPr>
      <p:sp>
        <p:nvSpPr>
          <p:cNvPr id="48" name="Google Shape;48;p5"/>
          <p:cNvSpPr/>
          <p:nvPr/>
        </p:nvSpPr>
        <p:spPr>
          <a:xfrm>
            <a:off x="447817" y="5141974"/>
            <a:ext cx="11290800" cy="1258800"/>
          </a:xfrm>
          <a:prstGeom prst="rect">
            <a:avLst/>
          </a:prstGeom>
          <a:solidFill>
            <a:srgbClr val="4653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9;p5"/>
          <p:cNvSpPr txBox="1">
            <a:spLocks noGrp="1"/>
          </p:cNvSpPr>
          <p:nvPr>
            <p:ph type="title"/>
          </p:nvPr>
        </p:nvSpPr>
        <p:spPr>
          <a:xfrm>
            <a:off x="581193" y="2393950"/>
            <a:ext cx="11029500" cy="2147400"/>
          </a:xfrm>
          <a:prstGeom prst="rect">
            <a:avLst/>
          </a:prstGeom>
          <a:noFill/>
          <a:ln>
            <a:noFill/>
          </a:ln>
        </p:spPr>
        <p:txBody>
          <a:bodyPr spcFirstLastPara="1" wrap="square" lIns="91425" tIns="45700" rIns="91425" bIns="45700" anchor="b" anchorCtr="0">
            <a:normAutofit/>
          </a:bodyPr>
          <a:lstStyle>
            <a:lvl1pPr lvl="0" algn="l" rtl="0">
              <a:lnSpc>
                <a:spcPct val="100000"/>
              </a:lnSpc>
              <a:spcBef>
                <a:spcPts val="0"/>
              </a:spcBef>
              <a:spcAft>
                <a:spcPts val="0"/>
              </a:spcAft>
              <a:buClr>
                <a:srgbClr val="3F3F3F"/>
              </a:buClr>
              <a:buSzPts val="3600"/>
              <a:buFont typeface="Franklin Gothic"/>
              <a:buNone/>
              <a:defRPr sz="3600" b="0" cap="none">
                <a:solidFill>
                  <a:srgbClr val="3F3F3F"/>
                </a:solidFill>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5"/>
          <p:cNvSpPr txBox="1">
            <a:spLocks noGrp="1"/>
          </p:cNvSpPr>
          <p:nvPr>
            <p:ph type="body" idx="1"/>
          </p:nvPr>
        </p:nvSpPr>
        <p:spPr>
          <a:xfrm>
            <a:off x="581192" y="4541417"/>
            <a:ext cx="11029500" cy="600600"/>
          </a:xfrm>
          <a:prstGeom prst="rect">
            <a:avLst/>
          </a:prstGeom>
          <a:noFill/>
          <a:ln>
            <a:noFill/>
          </a:ln>
        </p:spPr>
        <p:txBody>
          <a:bodyPr spcFirstLastPara="1" wrap="square" lIns="91425" tIns="45700" rIns="91425" bIns="45700" anchor="t" anchorCtr="0">
            <a:normAutofit/>
          </a:bodyPr>
          <a:lstStyle>
            <a:lvl1pPr marL="457200" lvl="0" indent="-228600" algn="l" rtl="0">
              <a:lnSpc>
                <a:spcPct val="110000"/>
              </a:lnSpc>
              <a:spcBef>
                <a:spcPts val="360"/>
              </a:spcBef>
              <a:spcAft>
                <a:spcPts val="0"/>
              </a:spcAft>
              <a:buSzPts val="1656"/>
              <a:buNone/>
              <a:defRPr sz="1800" cap="none">
                <a:solidFill>
                  <a:schemeClr val="accent1"/>
                </a:solidFill>
              </a:defRPr>
            </a:lvl1pPr>
            <a:lvl2pPr marL="914400" lvl="1" indent="-228600" algn="l" rtl="0">
              <a:spcBef>
                <a:spcPts val="600"/>
              </a:spcBef>
              <a:spcAft>
                <a:spcPts val="0"/>
              </a:spcAft>
              <a:buSzPts val="1656"/>
              <a:buNone/>
              <a:defRPr sz="1800">
                <a:solidFill>
                  <a:srgbClr val="888888"/>
                </a:solidFill>
              </a:defRPr>
            </a:lvl2pPr>
            <a:lvl3pPr marL="1371600" lvl="2" indent="-228600" algn="l" rtl="0">
              <a:spcBef>
                <a:spcPts val="600"/>
              </a:spcBef>
              <a:spcAft>
                <a:spcPts val="0"/>
              </a:spcAft>
              <a:buSzPts val="1472"/>
              <a:buNone/>
              <a:defRPr sz="1600">
                <a:solidFill>
                  <a:srgbClr val="888888"/>
                </a:solidFill>
              </a:defRPr>
            </a:lvl3pPr>
            <a:lvl4pPr marL="1828800" lvl="3" indent="-228600" algn="l" rtl="0">
              <a:spcBef>
                <a:spcPts val="600"/>
              </a:spcBef>
              <a:spcAft>
                <a:spcPts val="0"/>
              </a:spcAft>
              <a:buSzPts val="1288"/>
              <a:buNone/>
              <a:defRPr sz="1400">
                <a:solidFill>
                  <a:srgbClr val="888888"/>
                </a:solidFill>
              </a:defRPr>
            </a:lvl4pPr>
            <a:lvl5pPr marL="2286000" lvl="4" indent="-228600" algn="l" rtl="0">
              <a:spcBef>
                <a:spcPts val="600"/>
              </a:spcBef>
              <a:spcAft>
                <a:spcPts val="0"/>
              </a:spcAft>
              <a:buSzPts val="1288"/>
              <a:buNone/>
              <a:defRPr sz="1400">
                <a:solidFill>
                  <a:srgbClr val="888888"/>
                </a:solidFill>
              </a:defRPr>
            </a:lvl5pPr>
            <a:lvl6pPr marL="2743200" lvl="5" indent="-228600" algn="l" rtl="0">
              <a:spcBef>
                <a:spcPts val="600"/>
              </a:spcBef>
              <a:spcAft>
                <a:spcPts val="0"/>
              </a:spcAft>
              <a:buSzPts val="1288"/>
              <a:buNone/>
              <a:defRPr sz="1400">
                <a:solidFill>
                  <a:srgbClr val="888888"/>
                </a:solidFill>
              </a:defRPr>
            </a:lvl6pPr>
            <a:lvl7pPr marL="3200400" lvl="6" indent="-228600" algn="l" rtl="0">
              <a:spcBef>
                <a:spcPts val="600"/>
              </a:spcBef>
              <a:spcAft>
                <a:spcPts val="0"/>
              </a:spcAft>
              <a:buSzPts val="1288"/>
              <a:buNone/>
              <a:defRPr sz="1400">
                <a:solidFill>
                  <a:srgbClr val="888888"/>
                </a:solidFill>
              </a:defRPr>
            </a:lvl7pPr>
            <a:lvl8pPr marL="3657600" lvl="7" indent="-228600" algn="l" rtl="0">
              <a:spcBef>
                <a:spcPts val="600"/>
              </a:spcBef>
              <a:spcAft>
                <a:spcPts val="0"/>
              </a:spcAft>
              <a:buSzPts val="1288"/>
              <a:buNone/>
              <a:defRPr sz="1400">
                <a:solidFill>
                  <a:srgbClr val="888888"/>
                </a:solidFill>
              </a:defRPr>
            </a:lvl8pPr>
            <a:lvl9pPr marL="4114800" lvl="8" indent="-228600" algn="l" rtl="0">
              <a:spcBef>
                <a:spcPts val="600"/>
              </a:spcBef>
              <a:spcAft>
                <a:spcPts val="600"/>
              </a:spcAft>
              <a:buSzPts val="1288"/>
              <a:buNone/>
              <a:defRPr sz="1400">
                <a:solidFill>
                  <a:srgbClr val="888888"/>
                </a:solidFill>
              </a:defRPr>
            </a:lvl9pPr>
          </a:lstStyle>
          <a:p>
            <a:endParaRPr/>
          </a:p>
        </p:txBody>
      </p:sp>
      <p:sp>
        <p:nvSpPr>
          <p:cNvPr id="51" name="Google Shape;51;p5"/>
          <p:cNvSpPr txBox="1">
            <a:spLocks noGrp="1"/>
          </p:cNvSpPr>
          <p:nvPr>
            <p:ph type="dt" idx="10"/>
          </p:nvPr>
        </p:nvSpPr>
        <p:spPr>
          <a:xfrm>
            <a:off x="7605951" y="6423914"/>
            <a:ext cx="2844900" cy="365100"/>
          </a:xfrm>
          <a:prstGeom prst="rect">
            <a:avLst/>
          </a:prstGeom>
          <a:noFill/>
          <a:ln>
            <a:noFill/>
          </a:ln>
        </p:spPr>
        <p:txBody>
          <a:bodyPr spcFirstLastPara="1" wrap="square" lIns="91425" tIns="45700" rIns="91425" bIns="45700" anchor="ctr" anchorCtr="0">
            <a:noAutofit/>
          </a:bodyPr>
          <a:lstStyle>
            <a:lvl1pPr lvl="0" algn="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2" name="Google Shape;52;p5"/>
          <p:cNvSpPr txBox="1">
            <a:spLocks noGrp="1"/>
          </p:cNvSpPr>
          <p:nvPr>
            <p:ph type="ftr" idx="11"/>
          </p:nvPr>
        </p:nvSpPr>
        <p:spPr>
          <a:xfrm>
            <a:off x="581192" y="6423914"/>
            <a:ext cx="6917100" cy="3651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Libre Franklin"/>
                <a:ea typeface="Libre Franklin"/>
                <a:cs typeface="Libre Franklin"/>
                <a:sym typeface="Libre Franklin"/>
              </a:defRPr>
            </a:lvl1pPr>
            <a:lvl2pPr marR="0" lvl="1" algn="l" rtl="0">
              <a:spcBef>
                <a:spcPts val="0"/>
              </a:spcBef>
              <a:spcAft>
                <a:spcPts val="0"/>
              </a:spcAft>
              <a:buSzPts val="1400"/>
              <a:buNone/>
              <a:defRPr sz="1800" b="0" i="0" u="none" strike="noStrike" cap="none">
                <a:solidFill>
                  <a:schemeClr val="dk1"/>
                </a:solidFill>
                <a:latin typeface="Libre Franklin"/>
                <a:ea typeface="Libre Franklin"/>
                <a:cs typeface="Libre Franklin"/>
                <a:sym typeface="Libre Franklin"/>
              </a:defRPr>
            </a:lvl2pPr>
            <a:lvl3pPr marR="0" lvl="2" algn="l" rtl="0">
              <a:spcBef>
                <a:spcPts val="0"/>
              </a:spcBef>
              <a:spcAft>
                <a:spcPts val="0"/>
              </a:spcAft>
              <a:buSzPts val="1400"/>
              <a:buNone/>
              <a:defRPr sz="1800" b="0" i="0" u="none" strike="noStrike" cap="none">
                <a:solidFill>
                  <a:schemeClr val="dk1"/>
                </a:solidFill>
                <a:latin typeface="Libre Franklin"/>
                <a:ea typeface="Libre Franklin"/>
                <a:cs typeface="Libre Franklin"/>
                <a:sym typeface="Libre Franklin"/>
              </a:defRPr>
            </a:lvl3pPr>
            <a:lvl4pPr marR="0" lvl="3" algn="l" rtl="0">
              <a:spcBef>
                <a:spcPts val="0"/>
              </a:spcBef>
              <a:spcAft>
                <a:spcPts val="0"/>
              </a:spcAft>
              <a:buSzPts val="1400"/>
              <a:buNone/>
              <a:defRPr sz="1800" b="0" i="0" u="none" strike="noStrike" cap="none">
                <a:solidFill>
                  <a:schemeClr val="dk1"/>
                </a:solidFill>
                <a:latin typeface="Libre Franklin"/>
                <a:ea typeface="Libre Franklin"/>
                <a:cs typeface="Libre Franklin"/>
                <a:sym typeface="Libre Franklin"/>
              </a:defRPr>
            </a:lvl4pPr>
            <a:lvl5pPr marR="0" lvl="4" algn="l" rtl="0">
              <a:spcBef>
                <a:spcPts val="0"/>
              </a:spcBef>
              <a:spcAft>
                <a:spcPts val="0"/>
              </a:spcAft>
              <a:buSzPts val="1400"/>
              <a:buNone/>
              <a:defRPr sz="1800" b="0" i="0" u="none" strike="noStrike" cap="none">
                <a:solidFill>
                  <a:schemeClr val="dk1"/>
                </a:solidFill>
                <a:latin typeface="Libre Franklin"/>
                <a:ea typeface="Libre Franklin"/>
                <a:cs typeface="Libre Franklin"/>
                <a:sym typeface="Libre Franklin"/>
              </a:defRPr>
            </a:lvl5pPr>
            <a:lvl6pPr marR="0" lvl="5" algn="l" rtl="0">
              <a:spcBef>
                <a:spcPts val="0"/>
              </a:spcBef>
              <a:spcAft>
                <a:spcPts val="0"/>
              </a:spcAft>
              <a:buSzPts val="1400"/>
              <a:buNone/>
              <a:defRPr sz="1800" b="0" i="0" u="none" strike="noStrike" cap="none">
                <a:solidFill>
                  <a:schemeClr val="dk1"/>
                </a:solidFill>
                <a:latin typeface="Libre Franklin"/>
                <a:ea typeface="Libre Franklin"/>
                <a:cs typeface="Libre Franklin"/>
                <a:sym typeface="Libre Franklin"/>
              </a:defRPr>
            </a:lvl6pPr>
            <a:lvl7pPr marR="0" lvl="6" algn="l" rtl="0">
              <a:spcBef>
                <a:spcPts val="0"/>
              </a:spcBef>
              <a:spcAft>
                <a:spcPts val="0"/>
              </a:spcAft>
              <a:buSzPts val="1400"/>
              <a:buNone/>
              <a:defRPr sz="1800" b="0" i="0" u="none" strike="noStrike" cap="none">
                <a:solidFill>
                  <a:schemeClr val="dk1"/>
                </a:solidFill>
                <a:latin typeface="Libre Franklin"/>
                <a:ea typeface="Libre Franklin"/>
                <a:cs typeface="Libre Franklin"/>
                <a:sym typeface="Libre Franklin"/>
              </a:defRPr>
            </a:lvl7pPr>
            <a:lvl8pPr marR="0" lvl="7" algn="l" rtl="0">
              <a:spcBef>
                <a:spcPts val="0"/>
              </a:spcBef>
              <a:spcAft>
                <a:spcPts val="0"/>
              </a:spcAft>
              <a:buSzPts val="1400"/>
              <a:buNone/>
              <a:defRPr sz="1800" b="0" i="0" u="none" strike="noStrike" cap="none">
                <a:solidFill>
                  <a:schemeClr val="dk1"/>
                </a:solidFill>
                <a:latin typeface="Libre Franklin"/>
                <a:ea typeface="Libre Franklin"/>
                <a:cs typeface="Libre Franklin"/>
                <a:sym typeface="Libre Franklin"/>
              </a:defRPr>
            </a:lvl8pPr>
            <a:lvl9pPr marR="0" lvl="8" algn="l" rtl="0">
              <a:spcBef>
                <a:spcPts val="0"/>
              </a:spcBef>
              <a:spcAft>
                <a:spcPts val="0"/>
              </a:spcAft>
              <a:buSzPts val="1400"/>
              <a:buNone/>
              <a:defRPr sz="1800" b="0" i="0" u="none" strike="noStrike" cap="none">
                <a:solidFill>
                  <a:schemeClr val="dk1"/>
                </a:solidFill>
                <a:latin typeface="Libre Franklin"/>
                <a:ea typeface="Libre Franklin"/>
                <a:cs typeface="Libre Franklin"/>
                <a:sym typeface="Libre Franklin"/>
              </a:defRPr>
            </a:lvl9pPr>
          </a:lstStyle>
          <a:p>
            <a:endParaRPr/>
          </a:p>
        </p:txBody>
      </p:sp>
      <p:sp>
        <p:nvSpPr>
          <p:cNvPr id="53" name="Google Shape;53;p5"/>
          <p:cNvSpPr txBox="1">
            <a:spLocks noGrp="1"/>
          </p:cNvSpPr>
          <p:nvPr>
            <p:ph type="sldNum" idx="12"/>
          </p:nvPr>
        </p:nvSpPr>
        <p:spPr>
          <a:xfrm>
            <a:off x="10558300" y="6423914"/>
            <a:ext cx="10524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54"/>
        <p:cNvGrpSpPr/>
        <p:nvPr/>
      </p:nvGrpSpPr>
      <p:grpSpPr>
        <a:xfrm>
          <a:off x="0" y="0"/>
          <a:ext cx="0" cy="0"/>
          <a:chOff x="0" y="0"/>
          <a:chExt cx="0" cy="0"/>
        </a:xfrm>
      </p:grpSpPr>
      <p:sp>
        <p:nvSpPr>
          <p:cNvPr id="55" name="Google Shape;55;p6"/>
          <p:cNvSpPr txBox="1">
            <a:spLocks noGrp="1"/>
          </p:cNvSpPr>
          <p:nvPr>
            <p:ph type="title"/>
          </p:nvPr>
        </p:nvSpPr>
        <p:spPr>
          <a:xfrm>
            <a:off x="581193" y="729658"/>
            <a:ext cx="11029500" cy="492900"/>
          </a:xfrm>
          <a:prstGeom prst="rect">
            <a:avLst/>
          </a:prstGeom>
          <a:noFill/>
          <a:ln>
            <a:noFill/>
          </a:ln>
        </p:spPr>
        <p:txBody>
          <a:bodyPr spcFirstLastPara="1" wrap="square" lIns="91425" tIns="45700" rIns="91425" bIns="45700" anchor="b" anchorCtr="0">
            <a:normAutofit/>
          </a:bodyPr>
          <a:lstStyle>
            <a:lvl1pPr lvl="0" algn="l" rtl="0">
              <a:lnSpc>
                <a:spcPct val="100000"/>
              </a:lnSpc>
              <a:spcBef>
                <a:spcPts val="0"/>
              </a:spcBef>
              <a:spcAft>
                <a:spcPts val="0"/>
              </a:spcAft>
              <a:buClr>
                <a:srgbClr val="3F3F3F"/>
              </a:buClr>
              <a:buSzPts val="18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6" name="Google Shape;56;p6"/>
          <p:cNvSpPr txBox="1">
            <a:spLocks noGrp="1"/>
          </p:cNvSpPr>
          <p:nvPr>
            <p:ph type="body" idx="1"/>
          </p:nvPr>
        </p:nvSpPr>
        <p:spPr>
          <a:xfrm>
            <a:off x="581193" y="1391479"/>
            <a:ext cx="5194800" cy="4469700"/>
          </a:xfrm>
          <a:prstGeom prst="rect">
            <a:avLst/>
          </a:prstGeom>
          <a:noFill/>
          <a:ln>
            <a:noFill/>
          </a:ln>
        </p:spPr>
        <p:txBody>
          <a:bodyPr spcFirstLastPara="1" wrap="square" lIns="91425" tIns="45700" rIns="91425" bIns="45700" anchor="ctr" anchorCtr="0">
            <a:normAutofit/>
          </a:bodyPr>
          <a:lstStyle>
            <a:lvl1pPr marL="457200" lvl="0" indent="-333756" algn="l" rtl="0">
              <a:lnSpc>
                <a:spcPct val="110000"/>
              </a:lnSpc>
              <a:spcBef>
                <a:spcPts val="360"/>
              </a:spcBef>
              <a:spcAft>
                <a:spcPts val="0"/>
              </a:spcAft>
              <a:buSzPts val="1656"/>
              <a:buChar char="◼"/>
              <a:defRPr/>
            </a:lvl1pPr>
            <a:lvl2pPr marL="914400" lvl="1" indent="-333756" algn="l" rtl="0">
              <a:spcBef>
                <a:spcPts val="600"/>
              </a:spcBef>
              <a:spcAft>
                <a:spcPts val="0"/>
              </a:spcAft>
              <a:buSzPts val="1656"/>
              <a:buChar char="◼"/>
              <a:defRPr/>
            </a:lvl2pPr>
            <a:lvl3pPr marL="1371600" lvl="2" indent="-333756" algn="l" rtl="0">
              <a:spcBef>
                <a:spcPts val="600"/>
              </a:spcBef>
              <a:spcAft>
                <a:spcPts val="0"/>
              </a:spcAft>
              <a:buSzPts val="1656"/>
              <a:buChar char="◼"/>
              <a:defRPr/>
            </a:lvl3pPr>
            <a:lvl4pPr marL="1828800" lvl="3" indent="-333756" algn="l" rtl="0">
              <a:spcBef>
                <a:spcPts val="600"/>
              </a:spcBef>
              <a:spcAft>
                <a:spcPts val="0"/>
              </a:spcAft>
              <a:buSzPts val="1656"/>
              <a:buChar char="◼"/>
              <a:defRPr/>
            </a:lvl4pPr>
            <a:lvl5pPr marL="2286000" lvl="4" indent="-333756" algn="l" rtl="0">
              <a:spcBef>
                <a:spcPts val="600"/>
              </a:spcBef>
              <a:spcAft>
                <a:spcPts val="0"/>
              </a:spcAft>
              <a:buSzPts val="1656"/>
              <a:buChar char="◼"/>
              <a:defRPr/>
            </a:lvl5pPr>
            <a:lvl6pPr marL="2743200" lvl="5" indent="-333756" algn="l" rtl="0">
              <a:spcBef>
                <a:spcPts val="600"/>
              </a:spcBef>
              <a:spcAft>
                <a:spcPts val="0"/>
              </a:spcAft>
              <a:buSzPts val="1656"/>
              <a:buChar char="◼"/>
              <a:defRPr/>
            </a:lvl6pPr>
            <a:lvl7pPr marL="3200400" lvl="6" indent="-333756" algn="l" rtl="0">
              <a:spcBef>
                <a:spcPts val="600"/>
              </a:spcBef>
              <a:spcAft>
                <a:spcPts val="0"/>
              </a:spcAft>
              <a:buSzPts val="1656"/>
              <a:buChar char="◼"/>
              <a:defRPr/>
            </a:lvl7pPr>
            <a:lvl8pPr marL="3657600" lvl="7" indent="-333756" algn="l" rtl="0">
              <a:spcBef>
                <a:spcPts val="600"/>
              </a:spcBef>
              <a:spcAft>
                <a:spcPts val="0"/>
              </a:spcAft>
              <a:buSzPts val="1656"/>
              <a:buChar char="◼"/>
              <a:defRPr/>
            </a:lvl8pPr>
            <a:lvl9pPr marL="4114800" lvl="8" indent="-333756" algn="l" rtl="0">
              <a:spcBef>
                <a:spcPts val="600"/>
              </a:spcBef>
              <a:spcAft>
                <a:spcPts val="600"/>
              </a:spcAft>
              <a:buSzPts val="1656"/>
              <a:buChar char="◼"/>
              <a:defRPr/>
            </a:lvl9pPr>
          </a:lstStyle>
          <a:p>
            <a:endParaRPr/>
          </a:p>
        </p:txBody>
      </p:sp>
      <p:sp>
        <p:nvSpPr>
          <p:cNvPr id="57" name="Google Shape;57;p6"/>
          <p:cNvSpPr txBox="1">
            <a:spLocks noGrp="1"/>
          </p:cNvSpPr>
          <p:nvPr>
            <p:ph type="body" idx="2"/>
          </p:nvPr>
        </p:nvSpPr>
        <p:spPr>
          <a:xfrm>
            <a:off x="6416039" y="1391479"/>
            <a:ext cx="5194800" cy="4469700"/>
          </a:xfrm>
          <a:prstGeom prst="rect">
            <a:avLst/>
          </a:prstGeom>
          <a:noFill/>
          <a:ln>
            <a:noFill/>
          </a:ln>
        </p:spPr>
        <p:txBody>
          <a:bodyPr spcFirstLastPara="1" wrap="square" lIns="91425" tIns="45700" rIns="91425" bIns="45700" anchor="ctr" anchorCtr="0">
            <a:normAutofit/>
          </a:bodyPr>
          <a:lstStyle>
            <a:lvl1pPr marL="457200" lvl="0" indent="-333756" algn="l" rtl="0">
              <a:lnSpc>
                <a:spcPct val="110000"/>
              </a:lnSpc>
              <a:spcBef>
                <a:spcPts val="360"/>
              </a:spcBef>
              <a:spcAft>
                <a:spcPts val="0"/>
              </a:spcAft>
              <a:buSzPts val="1656"/>
              <a:buChar char="◼"/>
              <a:defRPr/>
            </a:lvl1pPr>
            <a:lvl2pPr marL="914400" lvl="1" indent="-333756" algn="l" rtl="0">
              <a:spcBef>
                <a:spcPts val="600"/>
              </a:spcBef>
              <a:spcAft>
                <a:spcPts val="0"/>
              </a:spcAft>
              <a:buSzPts val="1656"/>
              <a:buChar char="◼"/>
              <a:defRPr/>
            </a:lvl2pPr>
            <a:lvl3pPr marL="1371600" lvl="2" indent="-333756" algn="l" rtl="0">
              <a:spcBef>
                <a:spcPts val="600"/>
              </a:spcBef>
              <a:spcAft>
                <a:spcPts val="0"/>
              </a:spcAft>
              <a:buSzPts val="1656"/>
              <a:buChar char="◼"/>
              <a:defRPr/>
            </a:lvl3pPr>
            <a:lvl4pPr marL="1828800" lvl="3" indent="-333756" algn="l" rtl="0">
              <a:spcBef>
                <a:spcPts val="600"/>
              </a:spcBef>
              <a:spcAft>
                <a:spcPts val="0"/>
              </a:spcAft>
              <a:buSzPts val="1656"/>
              <a:buChar char="◼"/>
              <a:defRPr/>
            </a:lvl4pPr>
            <a:lvl5pPr marL="2286000" lvl="4" indent="-333756" algn="l" rtl="0">
              <a:spcBef>
                <a:spcPts val="600"/>
              </a:spcBef>
              <a:spcAft>
                <a:spcPts val="0"/>
              </a:spcAft>
              <a:buSzPts val="1656"/>
              <a:buChar char="◼"/>
              <a:defRPr/>
            </a:lvl5pPr>
            <a:lvl6pPr marL="2743200" lvl="5" indent="-333756" algn="l" rtl="0">
              <a:spcBef>
                <a:spcPts val="600"/>
              </a:spcBef>
              <a:spcAft>
                <a:spcPts val="0"/>
              </a:spcAft>
              <a:buSzPts val="1656"/>
              <a:buChar char="◼"/>
              <a:defRPr/>
            </a:lvl6pPr>
            <a:lvl7pPr marL="3200400" lvl="6" indent="-333756" algn="l" rtl="0">
              <a:spcBef>
                <a:spcPts val="600"/>
              </a:spcBef>
              <a:spcAft>
                <a:spcPts val="0"/>
              </a:spcAft>
              <a:buSzPts val="1656"/>
              <a:buChar char="◼"/>
              <a:defRPr/>
            </a:lvl7pPr>
            <a:lvl8pPr marL="3657600" lvl="7" indent="-333756" algn="l" rtl="0">
              <a:spcBef>
                <a:spcPts val="600"/>
              </a:spcBef>
              <a:spcAft>
                <a:spcPts val="0"/>
              </a:spcAft>
              <a:buSzPts val="1656"/>
              <a:buChar char="◼"/>
              <a:defRPr/>
            </a:lvl8pPr>
            <a:lvl9pPr marL="4114800" lvl="8" indent="-333756" algn="l" rtl="0">
              <a:spcBef>
                <a:spcPts val="600"/>
              </a:spcBef>
              <a:spcAft>
                <a:spcPts val="600"/>
              </a:spcAft>
              <a:buSzPts val="1656"/>
              <a:buChar char="◼"/>
              <a:defRPr/>
            </a:lvl9pPr>
          </a:lstStyle>
          <a:p>
            <a:endParaRPr/>
          </a:p>
        </p:txBody>
      </p:sp>
      <p:sp>
        <p:nvSpPr>
          <p:cNvPr id="58" name="Google Shape;58;p6"/>
          <p:cNvSpPr txBox="1">
            <a:spLocks noGrp="1"/>
          </p:cNvSpPr>
          <p:nvPr>
            <p:ph type="dt" idx="10"/>
          </p:nvPr>
        </p:nvSpPr>
        <p:spPr>
          <a:xfrm>
            <a:off x="7605951" y="6423914"/>
            <a:ext cx="2844900" cy="365100"/>
          </a:xfrm>
          <a:prstGeom prst="rect">
            <a:avLst/>
          </a:prstGeom>
          <a:noFill/>
          <a:ln>
            <a:noFill/>
          </a:ln>
        </p:spPr>
        <p:txBody>
          <a:bodyPr spcFirstLastPara="1" wrap="square" lIns="91425" tIns="45700" rIns="91425" bIns="45700" anchor="ctr" anchorCtr="0">
            <a:noAutofit/>
          </a:bodyPr>
          <a:lstStyle>
            <a:lvl1pPr lvl="0" algn="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6"/>
          <p:cNvSpPr txBox="1">
            <a:spLocks noGrp="1"/>
          </p:cNvSpPr>
          <p:nvPr>
            <p:ph type="ftr" idx="11"/>
          </p:nvPr>
        </p:nvSpPr>
        <p:spPr>
          <a:xfrm>
            <a:off x="581192" y="6423914"/>
            <a:ext cx="6917100" cy="3651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Libre Franklin"/>
                <a:ea typeface="Libre Franklin"/>
                <a:cs typeface="Libre Franklin"/>
                <a:sym typeface="Libre Franklin"/>
              </a:defRPr>
            </a:lvl1pPr>
            <a:lvl2pPr marR="0" lvl="1" algn="l" rtl="0">
              <a:spcBef>
                <a:spcPts val="0"/>
              </a:spcBef>
              <a:spcAft>
                <a:spcPts val="0"/>
              </a:spcAft>
              <a:buSzPts val="1400"/>
              <a:buNone/>
              <a:defRPr sz="1800" b="0" i="0" u="none" strike="noStrike" cap="none">
                <a:solidFill>
                  <a:schemeClr val="dk1"/>
                </a:solidFill>
                <a:latin typeface="Libre Franklin"/>
                <a:ea typeface="Libre Franklin"/>
                <a:cs typeface="Libre Franklin"/>
                <a:sym typeface="Libre Franklin"/>
              </a:defRPr>
            </a:lvl2pPr>
            <a:lvl3pPr marR="0" lvl="2" algn="l" rtl="0">
              <a:spcBef>
                <a:spcPts val="0"/>
              </a:spcBef>
              <a:spcAft>
                <a:spcPts val="0"/>
              </a:spcAft>
              <a:buSzPts val="1400"/>
              <a:buNone/>
              <a:defRPr sz="1800" b="0" i="0" u="none" strike="noStrike" cap="none">
                <a:solidFill>
                  <a:schemeClr val="dk1"/>
                </a:solidFill>
                <a:latin typeface="Libre Franklin"/>
                <a:ea typeface="Libre Franklin"/>
                <a:cs typeface="Libre Franklin"/>
                <a:sym typeface="Libre Franklin"/>
              </a:defRPr>
            </a:lvl3pPr>
            <a:lvl4pPr marR="0" lvl="3" algn="l" rtl="0">
              <a:spcBef>
                <a:spcPts val="0"/>
              </a:spcBef>
              <a:spcAft>
                <a:spcPts val="0"/>
              </a:spcAft>
              <a:buSzPts val="1400"/>
              <a:buNone/>
              <a:defRPr sz="1800" b="0" i="0" u="none" strike="noStrike" cap="none">
                <a:solidFill>
                  <a:schemeClr val="dk1"/>
                </a:solidFill>
                <a:latin typeface="Libre Franklin"/>
                <a:ea typeface="Libre Franklin"/>
                <a:cs typeface="Libre Franklin"/>
                <a:sym typeface="Libre Franklin"/>
              </a:defRPr>
            </a:lvl4pPr>
            <a:lvl5pPr marR="0" lvl="4" algn="l" rtl="0">
              <a:spcBef>
                <a:spcPts val="0"/>
              </a:spcBef>
              <a:spcAft>
                <a:spcPts val="0"/>
              </a:spcAft>
              <a:buSzPts val="1400"/>
              <a:buNone/>
              <a:defRPr sz="1800" b="0" i="0" u="none" strike="noStrike" cap="none">
                <a:solidFill>
                  <a:schemeClr val="dk1"/>
                </a:solidFill>
                <a:latin typeface="Libre Franklin"/>
                <a:ea typeface="Libre Franklin"/>
                <a:cs typeface="Libre Franklin"/>
                <a:sym typeface="Libre Franklin"/>
              </a:defRPr>
            </a:lvl5pPr>
            <a:lvl6pPr marR="0" lvl="5" algn="l" rtl="0">
              <a:spcBef>
                <a:spcPts val="0"/>
              </a:spcBef>
              <a:spcAft>
                <a:spcPts val="0"/>
              </a:spcAft>
              <a:buSzPts val="1400"/>
              <a:buNone/>
              <a:defRPr sz="1800" b="0" i="0" u="none" strike="noStrike" cap="none">
                <a:solidFill>
                  <a:schemeClr val="dk1"/>
                </a:solidFill>
                <a:latin typeface="Libre Franklin"/>
                <a:ea typeface="Libre Franklin"/>
                <a:cs typeface="Libre Franklin"/>
                <a:sym typeface="Libre Franklin"/>
              </a:defRPr>
            </a:lvl6pPr>
            <a:lvl7pPr marR="0" lvl="6" algn="l" rtl="0">
              <a:spcBef>
                <a:spcPts val="0"/>
              </a:spcBef>
              <a:spcAft>
                <a:spcPts val="0"/>
              </a:spcAft>
              <a:buSzPts val="1400"/>
              <a:buNone/>
              <a:defRPr sz="1800" b="0" i="0" u="none" strike="noStrike" cap="none">
                <a:solidFill>
                  <a:schemeClr val="dk1"/>
                </a:solidFill>
                <a:latin typeface="Libre Franklin"/>
                <a:ea typeface="Libre Franklin"/>
                <a:cs typeface="Libre Franklin"/>
                <a:sym typeface="Libre Franklin"/>
              </a:defRPr>
            </a:lvl7pPr>
            <a:lvl8pPr marR="0" lvl="7" algn="l" rtl="0">
              <a:spcBef>
                <a:spcPts val="0"/>
              </a:spcBef>
              <a:spcAft>
                <a:spcPts val="0"/>
              </a:spcAft>
              <a:buSzPts val="1400"/>
              <a:buNone/>
              <a:defRPr sz="1800" b="0" i="0" u="none" strike="noStrike" cap="none">
                <a:solidFill>
                  <a:schemeClr val="dk1"/>
                </a:solidFill>
                <a:latin typeface="Libre Franklin"/>
                <a:ea typeface="Libre Franklin"/>
                <a:cs typeface="Libre Franklin"/>
                <a:sym typeface="Libre Franklin"/>
              </a:defRPr>
            </a:lvl8pPr>
            <a:lvl9pPr marR="0" lvl="8" algn="l" rtl="0">
              <a:spcBef>
                <a:spcPts val="0"/>
              </a:spcBef>
              <a:spcAft>
                <a:spcPts val="0"/>
              </a:spcAft>
              <a:buSzPts val="1400"/>
              <a:buNone/>
              <a:defRPr sz="1800" b="0" i="0" u="none" strike="noStrike" cap="none">
                <a:solidFill>
                  <a:schemeClr val="dk1"/>
                </a:solidFill>
                <a:latin typeface="Libre Franklin"/>
                <a:ea typeface="Libre Franklin"/>
                <a:cs typeface="Libre Franklin"/>
                <a:sym typeface="Libre Franklin"/>
              </a:defRPr>
            </a:lvl9pPr>
          </a:lstStyle>
          <a:p>
            <a:endParaRPr/>
          </a:p>
        </p:txBody>
      </p:sp>
      <p:sp>
        <p:nvSpPr>
          <p:cNvPr id="60" name="Google Shape;60;p6"/>
          <p:cNvSpPr txBox="1">
            <a:spLocks noGrp="1"/>
          </p:cNvSpPr>
          <p:nvPr>
            <p:ph type="sldNum" idx="12"/>
          </p:nvPr>
        </p:nvSpPr>
        <p:spPr>
          <a:xfrm>
            <a:off x="10558300" y="6423914"/>
            <a:ext cx="10524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p:cSld name="Comparison">
    <p:spTree>
      <p:nvGrpSpPr>
        <p:cNvPr id="1" name="Shape 61"/>
        <p:cNvGrpSpPr/>
        <p:nvPr/>
      </p:nvGrpSpPr>
      <p:grpSpPr>
        <a:xfrm>
          <a:off x="0" y="0"/>
          <a:ext cx="0" cy="0"/>
          <a:chOff x="0" y="0"/>
          <a:chExt cx="0" cy="0"/>
        </a:xfrm>
      </p:grpSpPr>
      <p:sp>
        <p:nvSpPr>
          <p:cNvPr id="62" name="Google Shape;62;p7"/>
          <p:cNvSpPr txBox="1">
            <a:spLocks noGrp="1"/>
          </p:cNvSpPr>
          <p:nvPr>
            <p:ph type="title"/>
          </p:nvPr>
        </p:nvSpPr>
        <p:spPr>
          <a:xfrm>
            <a:off x="581193" y="729658"/>
            <a:ext cx="11029500" cy="988200"/>
          </a:xfrm>
          <a:prstGeom prst="rect">
            <a:avLst/>
          </a:prstGeom>
          <a:noFill/>
          <a:ln>
            <a:noFill/>
          </a:ln>
        </p:spPr>
        <p:txBody>
          <a:bodyPr spcFirstLastPara="1" wrap="square" lIns="91425" tIns="45700" rIns="91425" bIns="45700" anchor="b" anchorCtr="0">
            <a:normAutofit/>
          </a:bodyPr>
          <a:lstStyle>
            <a:lvl1pPr lvl="0" algn="l" rtl="0">
              <a:lnSpc>
                <a:spcPct val="100000"/>
              </a:lnSpc>
              <a:spcBef>
                <a:spcPts val="0"/>
              </a:spcBef>
              <a:spcAft>
                <a:spcPts val="0"/>
              </a:spcAft>
              <a:buClr>
                <a:srgbClr val="3F3F3F"/>
              </a:buClr>
              <a:buSzPts val="18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3" name="Google Shape;63;p7"/>
          <p:cNvSpPr txBox="1">
            <a:spLocks noGrp="1"/>
          </p:cNvSpPr>
          <p:nvPr>
            <p:ph type="body" idx="1"/>
          </p:nvPr>
        </p:nvSpPr>
        <p:spPr>
          <a:xfrm>
            <a:off x="581191" y="2250891"/>
            <a:ext cx="5194800" cy="557700"/>
          </a:xfrm>
          <a:prstGeom prst="rect">
            <a:avLst/>
          </a:prstGeom>
          <a:noFill/>
          <a:ln>
            <a:noFill/>
          </a:ln>
        </p:spPr>
        <p:txBody>
          <a:bodyPr spcFirstLastPara="1" wrap="square" lIns="91425" tIns="45700" rIns="91425" bIns="45700" anchor="ctr" anchorCtr="0">
            <a:noAutofit/>
          </a:bodyPr>
          <a:lstStyle>
            <a:lvl1pPr marL="457200" lvl="0" indent="-228600" algn="l" rtl="0">
              <a:lnSpc>
                <a:spcPct val="110000"/>
              </a:lnSpc>
              <a:spcBef>
                <a:spcPts val="400"/>
              </a:spcBef>
              <a:spcAft>
                <a:spcPts val="0"/>
              </a:spcAft>
              <a:buSzPts val="1840"/>
              <a:buNone/>
              <a:defRPr sz="2000" b="0">
                <a:solidFill>
                  <a:srgbClr val="3F3F3F"/>
                </a:solidFill>
              </a:defRPr>
            </a:lvl1pPr>
            <a:lvl2pPr marL="914400" lvl="1" indent="-228600" algn="l" rtl="0">
              <a:spcBef>
                <a:spcPts val="600"/>
              </a:spcBef>
              <a:spcAft>
                <a:spcPts val="0"/>
              </a:spcAft>
              <a:buSzPts val="1840"/>
              <a:buNone/>
              <a:defRPr sz="2000" b="1"/>
            </a:lvl2pPr>
            <a:lvl3pPr marL="1371600" lvl="2" indent="-228600" algn="l" rtl="0">
              <a:spcBef>
                <a:spcPts val="600"/>
              </a:spcBef>
              <a:spcAft>
                <a:spcPts val="0"/>
              </a:spcAft>
              <a:buSzPts val="1656"/>
              <a:buNone/>
              <a:defRPr sz="1800" b="1"/>
            </a:lvl3pPr>
            <a:lvl4pPr marL="1828800" lvl="3" indent="-228600" algn="l" rtl="0">
              <a:spcBef>
                <a:spcPts val="600"/>
              </a:spcBef>
              <a:spcAft>
                <a:spcPts val="0"/>
              </a:spcAft>
              <a:buSzPts val="1472"/>
              <a:buNone/>
              <a:defRPr sz="1600" b="1"/>
            </a:lvl4pPr>
            <a:lvl5pPr marL="2286000" lvl="4" indent="-228600" algn="l" rtl="0">
              <a:spcBef>
                <a:spcPts val="600"/>
              </a:spcBef>
              <a:spcAft>
                <a:spcPts val="0"/>
              </a:spcAft>
              <a:buSzPts val="1472"/>
              <a:buNone/>
              <a:defRPr sz="1600" b="1"/>
            </a:lvl5pPr>
            <a:lvl6pPr marL="2743200" lvl="5" indent="-228600" algn="l" rtl="0">
              <a:spcBef>
                <a:spcPts val="600"/>
              </a:spcBef>
              <a:spcAft>
                <a:spcPts val="0"/>
              </a:spcAft>
              <a:buSzPts val="1472"/>
              <a:buNone/>
              <a:defRPr sz="1600" b="1"/>
            </a:lvl6pPr>
            <a:lvl7pPr marL="3200400" lvl="6" indent="-228600" algn="l" rtl="0">
              <a:spcBef>
                <a:spcPts val="600"/>
              </a:spcBef>
              <a:spcAft>
                <a:spcPts val="0"/>
              </a:spcAft>
              <a:buSzPts val="1472"/>
              <a:buNone/>
              <a:defRPr sz="1600" b="1"/>
            </a:lvl7pPr>
            <a:lvl8pPr marL="3657600" lvl="7" indent="-228600" algn="l" rtl="0">
              <a:spcBef>
                <a:spcPts val="600"/>
              </a:spcBef>
              <a:spcAft>
                <a:spcPts val="0"/>
              </a:spcAft>
              <a:buSzPts val="1472"/>
              <a:buNone/>
              <a:defRPr sz="1600" b="1"/>
            </a:lvl8pPr>
            <a:lvl9pPr marL="4114800" lvl="8" indent="-228600" algn="l" rtl="0">
              <a:spcBef>
                <a:spcPts val="600"/>
              </a:spcBef>
              <a:spcAft>
                <a:spcPts val="600"/>
              </a:spcAft>
              <a:buSzPts val="1472"/>
              <a:buNone/>
              <a:defRPr sz="1600" b="1"/>
            </a:lvl9pPr>
          </a:lstStyle>
          <a:p>
            <a:endParaRPr/>
          </a:p>
        </p:txBody>
      </p:sp>
      <p:sp>
        <p:nvSpPr>
          <p:cNvPr id="64" name="Google Shape;64;p7"/>
          <p:cNvSpPr txBox="1">
            <a:spLocks noGrp="1"/>
          </p:cNvSpPr>
          <p:nvPr>
            <p:ph type="body" idx="2"/>
          </p:nvPr>
        </p:nvSpPr>
        <p:spPr>
          <a:xfrm>
            <a:off x="581194" y="2926052"/>
            <a:ext cx="5194800" cy="2934900"/>
          </a:xfrm>
          <a:prstGeom prst="rect">
            <a:avLst/>
          </a:prstGeom>
          <a:noFill/>
          <a:ln>
            <a:noFill/>
          </a:ln>
        </p:spPr>
        <p:txBody>
          <a:bodyPr spcFirstLastPara="1" wrap="square" lIns="91425" tIns="45700" rIns="91425" bIns="45700" anchor="t" anchorCtr="0">
            <a:normAutofit/>
          </a:bodyPr>
          <a:lstStyle>
            <a:lvl1pPr marL="457200" lvl="0" indent="-333756" algn="l" rtl="0">
              <a:lnSpc>
                <a:spcPct val="110000"/>
              </a:lnSpc>
              <a:spcBef>
                <a:spcPts val="360"/>
              </a:spcBef>
              <a:spcAft>
                <a:spcPts val="0"/>
              </a:spcAft>
              <a:buSzPts val="1656"/>
              <a:buChar char="◼"/>
              <a:defRPr/>
            </a:lvl1pPr>
            <a:lvl2pPr marL="914400" lvl="1" indent="-333756" algn="l" rtl="0">
              <a:spcBef>
                <a:spcPts val="600"/>
              </a:spcBef>
              <a:spcAft>
                <a:spcPts val="0"/>
              </a:spcAft>
              <a:buSzPts val="1656"/>
              <a:buChar char="◼"/>
              <a:defRPr/>
            </a:lvl2pPr>
            <a:lvl3pPr marL="1371600" lvl="2" indent="-333756" algn="l" rtl="0">
              <a:spcBef>
                <a:spcPts val="600"/>
              </a:spcBef>
              <a:spcAft>
                <a:spcPts val="0"/>
              </a:spcAft>
              <a:buSzPts val="1656"/>
              <a:buChar char="◼"/>
              <a:defRPr/>
            </a:lvl3pPr>
            <a:lvl4pPr marL="1828800" lvl="3" indent="-333756" algn="l" rtl="0">
              <a:spcBef>
                <a:spcPts val="600"/>
              </a:spcBef>
              <a:spcAft>
                <a:spcPts val="0"/>
              </a:spcAft>
              <a:buSzPts val="1656"/>
              <a:buChar char="◼"/>
              <a:defRPr/>
            </a:lvl4pPr>
            <a:lvl5pPr marL="2286000" lvl="4" indent="-333756" algn="l" rtl="0">
              <a:spcBef>
                <a:spcPts val="600"/>
              </a:spcBef>
              <a:spcAft>
                <a:spcPts val="0"/>
              </a:spcAft>
              <a:buSzPts val="1656"/>
              <a:buChar char="◼"/>
              <a:defRPr/>
            </a:lvl5pPr>
            <a:lvl6pPr marL="2743200" lvl="5" indent="-333756" algn="l" rtl="0">
              <a:spcBef>
                <a:spcPts val="600"/>
              </a:spcBef>
              <a:spcAft>
                <a:spcPts val="0"/>
              </a:spcAft>
              <a:buSzPts val="1656"/>
              <a:buChar char="◼"/>
              <a:defRPr/>
            </a:lvl6pPr>
            <a:lvl7pPr marL="3200400" lvl="6" indent="-333756" algn="l" rtl="0">
              <a:spcBef>
                <a:spcPts val="600"/>
              </a:spcBef>
              <a:spcAft>
                <a:spcPts val="0"/>
              </a:spcAft>
              <a:buSzPts val="1656"/>
              <a:buChar char="◼"/>
              <a:defRPr/>
            </a:lvl7pPr>
            <a:lvl8pPr marL="3657600" lvl="7" indent="-333756" algn="l" rtl="0">
              <a:spcBef>
                <a:spcPts val="600"/>
              </a:spcBef>
              <a:spcAft>
                <a:spcPts val="0"/>
              </a:spcAft>
              <a:buSzPts val="1656"/>
              <a:buChar char="◼"/>
              <a:defRPr/>
            </a:lvl8pPr>
            <a:lvl9pPr marL="4114800" lvl="8" indent="-333756" algn="l" rtl="0">
              <a:spcBef>
                <a:spcPts val="600"/>
              </a:spcBef>
              <a:spcAft>
                <a:spcPts val="600"/>
              </a:spcAft>
              <a:buSzPts val="1656"/>
              <a:buChar char="◼"/>
              <a:defRPr/>
            </a:lvl9pPr>
          </a:lstStyle>
          <a:p>
            <a:endParaRPr/>
          </a:p>
        </p:txBody>
      </p:sp>
      <p:sp>
        <p:nvSpPr>
          <p:cNvPr id="65" name="Google Shape;65;p7"/>
          <p:cNvSpPr txBox="1">
            <a:spLocks noGrp="1"/>
          </p:cNvSpPr>
          <p:nvPr>
            <p:ph type="body" idx="3"/>
          </p:nvPr>
        </p:nvSpPr>
        <p:spPr>
          <a:xfrm>
            <a:off x="6416039" y="2250892"/>
            <a:ext cx="5194800" cy="553500"/>
          </a:xfrm>
          <a:prstGeom prst="rect">
            <a:avLst/>
          </a:prstGeom>
          <a:noFill/>
          <a:ln>
            <a:noFill/>
          </a:ln>
        </p:spPr>
        <p:txBody>
          <a:bodyPr spcFirstLastPara="1" wrap="square" lIns="91425" tIns="45700" rIns="91425" bIns="45700" anchor="ctr" anchorCtr="0">
            <a:noAutofit/>
          </a:bodyPr>
          <a:lstStyle>
            <a:lvl1pPr marL="457200" marR="0" lvl="0" indent="-228600" algn="l" rtl="0">
              <a:lnSpc>
                <a:spcPct val="100000"/>
              </a:lnSpc>
              <a:spcBef>
                <a:spcPts val="400"/>
              </a:spcBef>
              <a:spcAft>
                <a:spcPts val="0"/>
              </a:spcAft>
              <a:buClr>
                <a:schemeClr val="accent1"/>
              </a:buClr>
              <a:buSzPts val="1840"/>
              <a:buFont typeface="Noto Sans Symbols"/>
              <a:buNone/>
              <a:defRPr sz="2000" b="0">
                <a:solidFill>
                  <a:srgbClr val="3F3F3F"/>
                </a:solidFill>
              </a:defRPr>
            </a:lvl1pPr>
            <a:lvl2pPr marL="914400" lvl="1" indent="-228600" algn="l" rtl="0">
              <a:spcBef>
                <a:spcPts val="600"/>
              </a:spcBef>
              <a:spcAft>
                <a:spcPts val="0"/>
              </a:spcAft>
              <a:buSzPts val="1840"/>
              <a:buNone/>
              <a:defRPr sz="2000" b="1"/>
            </a:lvl2pPr>
            <a:lvl3pPr marL="1371600" lvl="2" indent="-228600" algn="l" rtl="0">
              <a:spcBef>
                <a:spcPts val="600"/>
              </a:spcBef>
              <a:spcAft>
                <a:spcPts val="0"/>
              </a:spcAft>
              <a:buSzPts val="1656"/>
              <a:buNone/>
              <a:defRPr sz="1800" b="1"/>
            </a:lvl3pPr>
            <a:lvl4pPr marL="1828800" lvl="3" indent="-228600" algn="l" rtl="0">
              <a:spcBef>
                <a:spcPts val="600"/>
              </a:spcBef>
              <a:spcAft>
                <a:spcPts val="0"/>
              </a:spcAft>
              <a:buSzPts val="1472"/>
              <a:buNone/>
              <a:defRPr sz="1600" b="1"/>
            </a:lvl4pPr>
            <a:lvl5pPr marL="2286000" lvl="4" indent="-228600" algn="l" rtl="0">
              <a:spcBef>
                <a:spcPts val="600"/>
              </a:spcBef>
              <a:spcAft>
                <a:spcPts val="0"/>
              </a:spcAft>
              <a:buSzPts val="1472"/>
              <a:buNone/>
              <a:defRPr sz="1600" b="1"/>
            </a:lvl5pPr>
            <a:lvl6pPr marL="2743200" lvl="5" indent="-228600" algn="l" rtl="0">
              <a:spcBef>
                <a:spcPts val="600"/>
              </a:spcBef>
              <a:spcAft>
                <a:spcPts val="0"/>
              </a:spcAft>
              <a:buSzPts val="1472"/>
              <a:buNone/>
              <a:defRPr sz="1600" b="1"/>
            </a:lvl6pPr>
            <a:lvl7pPr marL="3200400" lvl="6" indent="-228600" algn="l" rtl="0">
              <a:spcBef>
                <a:spcPts val="600"/>
              </a:spcBef>
              <a:spcAft>
                <a:spcPts val="0"/>
              </a:spcAft>
              <a:buSzPts val="1472"/>
              <a:buNone/>
              <a:defRPr sz="1600" b="1"/>
            </a:lvl7pPr>
            <a:lvl8pPr marL="3657600" lvl="7" indent="-228600" algn="l" rtl="0">
              <a:spcBef>
                <a:spcPts val="600"/>
              </a:spcBef>
              <a:spcAft>
                <a:spcPts val="0"/>
              </a:spcAft>
              <a:buSzPts val="1472"/>
              <a:buNone/>
              <a:defRPr sz="1600" b="1"/>
            </a:lvl8pPr>
            <a:lvl9pPr marL="4114800" lvl="8" indent="-228600" algn="l" rtl="0">
              <a:spcBef>
                <a:spcPts val="600"/>
              </a:spcBef>
              <a:spcAft>
                <a:spcPts val="600"/>
              </a:spcAft>
              <a:buSzPts val="1472"/>
              <a:buNone/>
              <a:defRPr sz="1600" b="1"/>
            </a:lvl9pPr>
          </a:lstStyle>
          <a:p>
            <a:endParaRPr/>
          </a:p>
        </p:txBody>
      </p:sp>
      <p:sp>
        <p:nvSpPr>
          <p:cNvPr id="66" name="Google Shape;66;p7"/>
          <p:cNvSpPr txBox="1">
            <a:spLocks noGrp="1"/>
          </p:cNvSpPr>
          <p:nvPr>
            <p:ph type="body" idx="4"/>
          </p:nvPr>
        </p:nvSpPr>
        <p:spPr>
          <a:xfrm>
            <a:off x="6416037" y="2926052"/>
            <a:ext cx="5194800" cy="2934900"/>
          </a:xfrm>
          <a:prstGeom prst="rect">
            <a:avLst/>
          </a:prstGeom>
          <a:noFill/>
          <a:ln>
            <a:noFill/>
          </a:ln>
        </p:spPr>
        <p:txBody>
          <a:bodyPr spcFirstLastPara="1" wrap="square" lIns="91425" tIns="45700" rIns="91425" bIns="45700" anchor="t" anchorCtr="0">
            <a:normAutofit/>
          </a:bodyPr>
          <a:lstStyle>
            <a:lvl1pPr marL="457200" lvl="0" indent="-333756" algn="l" rtl="0">
              <a:lnSpc>
                <a:spcPct val="110000"/>
              </a:lnSpc>
              <a:spcBef>
                <a:spcPts val="360"/>
              </a:spcBef>
              <a:spcAft>
                <a:spcPts val="0"/>
              </a:spcAft>
              <a:buSzPts val="1656"/>
              <a:buChar char="◼"/>
              <a:defRPr/>
            </a:lvl1pPr>
            <a:lvl2pPr marL="914400" lvl="1" indent="-333756" algn="l" rtl="0">
              <a:spcBef>
                <a:spcPts val="600"/>
              </a:spcBef>
              <a:spcAft>
                <a:spcPts val="0"/>
              </a:spcAft>
              <a:buSzPts val="1656"/>
              <a:buChar char="◼"/>
              <a:defRPr/>
            </a:lvl2pPr>
            <a:lvl3pPr marL="1371600" lvl="2" indent="-333756" algn="l" rtl="0">
              <a:spcBef>
                <a:spcPts val="600"/>
              </a:spcBef>
              <a:spcAft>
                <a:spcPts val="0"/>
              </a:spcAft>
              <a:buSzPts val="1656"/>
              <a:buChar char="◼"/>
              <a:defRPr/>
            </a:lvl3pPr>
            <a:lvl4pPr marL="1828800" lvl="3" indent="-333756" algn="l" rtl="0">
              <a:spcBef>
                <a:spcPts val="600"/>
              </a:spcBef>
              <a:spcAft>
                <a:spcPts val="0"/>
              </a:spcAft>
              <a:buSzPts val="1656"/>
              <a:buChar char="◼"/>
              <a:defRPr/>
            </a:lvl4pPr>
            <a:lvl5pPr marL="2286000" lvl="4" indent="-333756" algn="l" rtl="0">
              <a:spcBef>
                <a:spcPts val="600"/>
              </a:spcBef>
              <a:spcAft>
                <a:spcPts val="0"/>
              </a:spcAft>
              <a:buSzPts val="1656"/>
              <a:buChar char="◼"/>
              <a:defRPr/>
            </a:lvl5pPr>
            <a:lvl6pPr marL="2743200" lvl="5" indent="-333756" algn="l" rtl="0">
              <a:spcBef>
                <a:spcPts val="600"/>
              </a:spcBef>
              <a:spcAft>
                <a:spcPts val="0"/>
              </a:spcAft>
              <a:buSzPts val="1656"/>
              <a:buChar char="◼"/>
              <a:defRPr/>
            </a:lvl6pPr>
            <a:lvl7pPr marL="3200400" lvl="6" indent="-333756" algn="l" rtl="0">
              <a:spcBef>
                <a:spcPts val="600"/>
              </a:spcBef>
              <a:spcAft>
                <a:spcPts val="0"/>
              </a:spcAft>
              <a:buSzPts val="1656"/>
              <a:buChar char="◼"/>
              <a:defRPr/>
            </a:lvl7pPr>
            <a:lvl8pPr marL="3657600" lvl="7" indent="-333756" algn="l" rtl="0">
              <a:spcBef>
                <a:spcPts val="600"/>
              </a:spcBef>
              <a:spcAft>
                <a:spcPts val="0"/>
              </a:spcAft>
              <a:buSzPts val="1656"/>
              <a:buChar char="◼"/>
              <a:defRPr/>
            </a:lvl8pPr>
            <a:lvl9pPr marL="4114800" lvl="8" indent="-333756" algn="l" rtl="0">
              <a:spcBef>
                <a:spcPts val="600"/>
              </a:spcBef>
              <a:spcAft>
                <a:spcPts val="600"/>
              </a:spcAft>
              <a:buSzPts val="1656"/>
              <a:buChar char="◼"/>
              <a:defRPr/>
            </a:lvl9pPr>
          </a:lstStyle>
          <a:p>
            <a:endParaRPr/>
          </a:p>
        </p:txBody>
      </p:sp>
      <p:sp>
        <p:nvSpPr>
          <p:cNvPr id="67" name="Google Shape;67;p7"/>
          <p:cNvSpPr txBox="1">
            <a:spLocks noGrp="1"/>
          </p:cNvSpPr>
          <p:nvPr>
            <p:ph type="dt" idx="10"/>
          </p:nvPr>
        </p:nvSpPr>
        <p:spPr>
          <a:xfrm>
            <a:off x="7605951" y="6423914"/>
            <a:ext cx="2844900" cy="365100"/>
          </a:xfrm>
          <a:prstGeom prst="rect">
            <a:avLst/>
          </a:prstGeom>
          <a:noFill/>
          <a:ln>
            <a:noFill/>
          </a:ln>
        </p:spPr>
        <p:txBody>
          <a:bodyPr spcFirstLastPara="1" wrap="square" lIns="91425" tIns="45700" rIns="91425" bIns="45700" anchor="ctr" anchorCtr="0">
            <a:noAutofit/>
          </a:bodyPr>
          <a:lstStyle>
            <a:lvl1pPr lvl="0" algn="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8" name="Google Shape;68;p7"/>
          <p:cNvSpPr txBox="1">
            <a:spLocks noGrp="1"/>
          </p:cNvSpPr>
          <p:nvPr>
            <p:ph type="ftr" idx="11"/>
          </p:nvPr>
        </p:nvSpPr>
        <p:spPr>
          <a:xfrm>
            <a:off x="581192" y="6423914"/>
            <a:ext cx="6917100" cy="3651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Libre Franklin"/>
                <a:ea typeface="Libre Franklin"/>
                <a:cs typeface="Libre Franklin"/>
                <a:sym typeface="Libre Franklin"/>
              </a:defRPr>
            </a:lvl1pPr>
            <a:lvl2pPr marR="0" lvl="1" algn="l" rtl="0">
              <a:spcBef>
                <a:spcPts val="0"/>
              </a:spcBef>
              <a:spcAft>
                <a:spcPts val="0"/>
              </a:spcAft>
              <a:buSzPts val="1400"/>
              <a:buNone/>
              <a:defRPr sz="1800" b="0" i="0" u="none" strike="noStrike" cap="none">
                <a:solidFill>
                  <a:schemeClr val="dk1"/>
                </a:solidFill>
                <a:latin typeface="Libre Franklin"/>
                <a:ea typeface="Libre Franklin"/>
                <a:cs typeface="Libre Franklin"/>
                <a:sym typeface="Libre Franklin"/>
              </a:defRPr>
            </a:lvl2pPr>
            <a:lvl3pPr marR="0" lvl="2" algn="l" rtl="0">
              <a:spcBef>
                <a:spcPts val="0"/>
              </a:spcBef>
              <a:spcAft>
                <a:spcPts val="0"/>
              </a:spcAft>
              <a:buSzPts val="1400"/>
              <a:buNone/>
              <a:defRPr sz="1800" b="0" i="0" u="none" strike="noStrike" cap="none">
                <a:solidFill>
                  <a:schemeClr val="dk1"/>
                </a:solidFill>
                <a:latin typeface="Libre Franklin"/>
                <a:ea typeface="Libre Franklin"/>
                <a:cs typeface="Libre Franklin"/>
                <a:sym typeface="Libre Franklin"/>
              </a:defRPr>
            </a:lvl3pPr>
            <a:lvl4pPr marR="0" lvl="3" algn="l" rtl="0">
              <a:spcBef>
                <a:spcPts val="0"/>
              </a:spcBef>
              <a:spcAft>
                <a:spcPts val="0"/>
              </a:spcAft>
              <a:buSzPts val="1400"/>
              <a:buNone/>
              <a:defRPr sz="1800" b="0" i="0" u="none" strike="noStrike" cap="none">
                <a:solidFill>
                  <a:schemeClr val="dk1"/>
                </a:solidFill>
                <a:latin typeface="Libre Franklin"/>
                <a:ea typeface="Libre Franklin"/>
                <a:cs typeface="Libre Franklin"/>
                <a:sym typeface="Libre Franklin"/>
              </a:defRPr>
            </a:lvl4pPr>
            <a:lvl5pPr marR="0" lvl="4" algn="l" rtl="0">
              <a:spcBef>
                <a:spcPts val="0"/>
              </a:spcBef>
              <a:spcAft>
                <a:spcPts val="0"/>
              </a:spcAft>
              <a:buSzPts val="1400"/>
              <a:buNone/>
              <a:defRPr sz="1800" b="0" i="0" u="none" strike="noStrike" cap="none">
                <a:solidFill>
                  <a:schemeClr val="dk1"/>
                </a:solidFill>
                <a:latin typeface="Libre Franklin"/>
                <a:ea typeface="Libre Franklin"/>
                <a:cs typeface="Libre Franklin"/>
                <a:sym typeface="Libre Franklin"/>
              </a:defRPr>
            </a:lvl5pPr>
            <a:lvl6pPr marR="0" lvl="5" algn="l" rtl="0">
              <a:spcBef>
                <a:spcPts val="0"/>
              </a:spcBef>
              <a:spcAft>
                <a:spcPts val="0"/>
              </a:spcAft>
              <a:buSzPts val="1400"/>
              <a:buNone/>
              <a:defRPr sz="1800" b="0" i="0" u="none" strike="noStrike" cap="none">
                <a:solidFill>
                  <a:schemeClr val="dk1"/>
                </a:solidFill>
                <a:latin typeface="Libre Franklin"/>
                <a:ea typeface="Libre Franklin"/>
                <a:cs typeface="Libre Franklin"/>
                <a:sym typeface="Libre Franklin"/>
              </a:defRPr>
            </a:lvl6pPr>
            <a:lvl7pPr marR="0" lvl="6" algn="l" rtl="0">
              <a:spcBef>
                <a:spcPts val="0"/>
              </a:spcBef>
              <a:spcAft>
                <a:spcPts val="0"/>
              </a:spcAft>
              <a:buSzPts val="1400"/>
              <a:buNone/>
              <a:defRPr sz="1800" b="0" i="0" u="none" strike="noStrike" cap="none">
                <a:solidFill>
                  <a:schemeClr val="dk1"/>
                </a:solidFill>
                <a:latin typeface="Libre Franklin"/>
                <a:ea typeface="Libre Franklin"/>
                <a:cs typeface="Libre Franklin"/>
                <a:sym typeface="Libre Franklin"/>
              </a:defRPr>
            </a:lvl7pPr>
            <a:lvl8pPr marR="0" lvl="7" algn="l" rtl="0">
              <a:spcBef>
                <a:spcPts val="0"/>
              </a:spcBef>
              <a:spcAft>
                <a:spcPts val="0"/>
              </a:spcAft>
              <a:buSzPts val="1400"/>
              <a:buNone/>
              <a:defRPr sz="1800" b="0" i="0" u="none" strike="noStrike" cap="none">
                <a:solidFill>
                  <a:schemeClr val="dk1"/>
                </a:solidFill>
                <a:latin typeface="Libre Franklin"/>
                <a:ea typeface="Libre Franklin"/>
                <a:cs typeface="Libre Franklin"/>
                <a:sym typeface="Libre Franklin"/>
              </a:defRPr>
            </a:lvl8pPr>
            <a:lvl9pPr marR="0" lvl="8" algn="l" rtl="0">
              <a:spcBef>
                <a:spcPts val="0"/>
              </a:spcBef>
              <a:spcAft>
                <a:spcPts val="0"/>
              </a:spcAft>
              <a:buSzPts val="1400"/>
              <a:buNone/>
              <a:defRPr sz="1800" b="0" i="0" u="none" strike="noStrike" cap="none">
                <a:solidFill>
                  <a:schemeClr val="dk1"/>
                </a:solidFill>
                <a:latin typeface="Libre Franklin"/>
                <a:ea typeface="Libre Franklin"/>
                <a:cs typeface="Libre Franklin"/>
                <a:sym typeface="Libre Franklin"/>
              </a:defRPr>
            </a:lvl9pPr>
          </a:lstStyle>
          <a:p>
            <a:endParaRPr/>
          </a:p>
        </p:txBody>
      </p:sp>
      <p:sp>
        <p:nvSpPr>
          <p:cNvPr id="69" name="Google Shape;69;p7"/>
          <p:cNvSpPr txBox="1">
            <a:spLocks noGrp="1"/>
          </p:cNvSpPr>
          <p:nvPr>
            <p:ph type="sldNum" idx="12"/>
          </p:nvPr>
        </p:nvSpPr>
        <p:spPr>
          <a:xfrm>
            <a:off x="10558300" y="6423914"/>
            <a:ext cx="10524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70"/>
        <p:cNvGrpSpPr/>
        <p:nvPr/>
      </p:nvGrpSpPr>
      <p:grpSpPr>
        <a:xfrm>
          <a:off x="0" y="0"/>
          <a:ext cx="0" cy="0"/>
          <a:chOff x="0" y="0"/>
          <a:chExt cx="0" cy="0"/>
        </a:xfrm>
      </p:grpSpPr>
      <p:sp>
        <p:nvSpPr>
          <p:cNvPr id="71" name="Google Shape;71;p8"/>
          <p:cNvSpPr txBox="1">
            <a:spLocks noGrp="1"/>
          </p:cNvSpPr>
          <p:nvPr>
            <p:ph type="dt" idx="10"/>
          </p:nvPr>
        </p:nvSpPr>
        <p:spPr>
          <a:xfrm>
            <a:off x="7605951" y="6423914"/>
            <a:ext cx="2844900" cy="365100"/>
          </a:xfrm>
          <a:prstGeom prst="rect">
            <a:avLst/>
          </a:prstGeom>
          <a:noFill/>
          <a:ln>
            <a:noFill/>
          </a:ln>
        </p:spPr>
        <p:txBody>
          <a:bodyPr spcFirstLastPara="1" wrap="square" lIns="91425" tIns="45700" rIns="91425" bIns="45700" anchor="ctr" anchorCtr="0">
            <a:noAutofit/>
          </a:bodyPr>
          <a:lstStyle>
            <a:lvl1pPr lvl="0" algn="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
          <p:cNvSpPr txBox="1">
            <a:spLocks noGrp="1"/>
          </p:cNvSpPr>
          <p:nvPr>
            <p:ph type="ftr" idx="11"/>
          </p:nvPr>
        </p:nvSpPr>
        <p:spPr>
          <a:xfrm>
            <a:off x="581192" y="6423914"/>
            <a:ext cx="6917100" cy="3651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Libre Franklin"/>
                <a:ea typeface="Libre Franklin"/>
                <a:cs typeface="Libre Franklin"/>
                <a:sym typeface="Libre Franklin"/>
              </a:defRPr>
            </a:lvl1pPr>
            <a:lvl2pPr marR="0" lvl="1" algn="l" rtl="0">
              <a:spcBef>
                <a:spcPts val="0"/>
              </a:spcBef>
              <a:spcAft>
                <a:spcPts val="0"/>
              </a:spcAft>
              <a:buSzPts val="1400"/>
              <a:buNone/>
              <a:defRPr sz="1800" b="0" i="0" u="none" strike="noStrike" cap="none">
                <a:solidFill>
                  <a:schemeClr val="dk1"/>
                </a:solidFill>
                <a:latin typeface="Libre Franklin"/>
                <a:ea typeface="Libre Franklin"/>
                <a:cs typeface="Libre Franklin"/>
                <a:sym typeface="Libre Franklin"/>
              </a:defRPr>
            </a:lvl2pPr>
            <a:lvl3pPr marR="0" lvl="2" algn="l" rtl="0">
              <a:spcBef>
                <a:spcPts val="0"/>
              </a:spcBef>
              <a:spcAft>
                <a:spcPts val="0"/>
              </a:spcAft>
              <a:buSzPts val="1400"/>
              <a:buNone/>
              <a:defRPr sz="1800" b="0" i="0" u="none" strike="noStrike" cap="none">
                <a:solidFill>
                  <a:schemeClr val="dk1"/>
                </a:solidFill>
                <a:latin typeface="Libre Franklin"/>
                <a:ea typeface="Libre Franklin"/>
                <a:cs typeface="Libre Franklin"/>
                <a:sym typeface="Libre Franklin"/>
              </a:defRPr>
            </a:lvl3pPr>
            <a:lvl4pPr marR="0" lvl="3" algn="l" rtl="0">
              <a:spcBef>
                <a:spcPts val="0"/>
              </a:spcBef>
              <a:spcAft>
                <a:spcPts val="0"/>
              </a:spcAft>
              <a:buSzPts val="1400"/>
              <a:buNone/>
              <a:defRPr sz="1800" b="0" i="0" u="none" strike="noStrike" cap="none">
                <a:solidFill>
                  <a:schemeClr val="dk1"/>
                </a:solidFill>
                <a:latin typeface="Libre Franklin"/>
                <a:ea typeface="Libre Franklin"/>
                <a:cs typeface="Libre Franklin"/>
                <a:sym typeface="Libre Franklin"/>
              </a:defRPr>
            </a:lvl4pPr>
            <a:lvl5pPr marR="0" lvl="4" algn="l" rtl="0">
              <a:spcBef>
                <a:spcPts val="0"/>
              </a:spcBef>
              <a:spcAft>
                <a:spcPts val="0"/>
              </a:spcAft>
              <a:buSzPts val="1400"/>
              <a:buNone/>
              <a:defRPr sz="1800" b="0" i="0" u="none" strike="noStrike" cap="none">
                <a:solidFill>
                  <a:schemeClr val="dk1"/>
                </a:solidFill>
                <a:latin typeface="Libre Franklin"/>
                <a:ea typeface="Libre Franklin"/>
                <a:cs typeface="Libre Franklin"/>
                <a:sym typeface="Libre Franklin"/>
              </a:defRPr>
            </a:lvl5pPr>
            <a:lvl6pPr marR="0" lvl="5" algn="l" rtl="0">
              <a:spcBef>
                <a:spcPts val="0"/>
              </a:spcBef>
              <a:spcAft>
                <a:spcPts val="0"/>
              </a:spcAft>
              <a:buSzPts val="1400"/>
              <a:buNone/>
              <a:defRPr sz="1800" b="0" i="0" u="none" strike="noStrike" cap="none">
                <a:solidFill>
                  <a:schemeClr val="dk1"/>
                </a:solidFill>
                <a:latin typeface="Libre Franklin"/>
                <a:ea typeface="Libre Franklin"/>
                <a:cs typeface="Libre Franklin"/>
                <a:sym typeface="Libre Franklin"/>
              </a:defRPr>
            </a:lvl6pPr>
            <a:lvl7pPr marR="0" lvl="6" algn="l" rtl="0">
              <a:spcBef>
                <a:spcPts val="0"/>
              </a:spcBef>
              <a:spcAft>
                <a:spcPts val="0"/>
              </a:spcAft>
              <a:buSzPts val="1400"/>
              <a:buNone/>
              <a:defRPr sz="1800" b="0" i="0" u="none" strike="noStrike" cap="none">
                <a:solidFill>
                  <a:schemeClr val="dk1"/>
                </a:solidFill>
                <a:latin typeface="Libre Franklin"/>
                <a:ea typeface="Libre Franklin"/>
                <a:cs typeface="Libre Franklin"/>
                <a:sym typeface="Libre Franklin"/>
              </a:defRPr>
            </a:lvl7pPr>
            <a:lvl8pPr marR="0" lvl="7" algn="l" rtl="0">
              <a:spcBef>
                <a:spcPts val="0"/>
              </a:spcBef>
              <a:spcAft>
                <a:spcPts val="0"/>
              </a:spcAft>
              <a:buSzPts val="1400"/>
              <a:buNone/>
              <a:defRPr sz="1800" b="0" i="0" u="none" strike="noStrike" cap="none">
                <a:solidFill>
                  <a:schemeClr val="dk1"/>
                </a:solidFill>
                <a:latin typeface="Libre Franklin"/>
                <a:ea typeface="Libre Franklin"/>
                <a:cs typeface="Libre Franklin"/>
                <a:sym typeface="Libre Franklin"/>
              </a:defRPr>
            </a:lvl8pPr>
            <a:lvl9pPr marR="0" lvl="8" algn="l" rtl="0">
              <a:spcBef>
                <a:spcPts val="0"/>
              </a:spcBef>
              <a:spcAft>
                <a:spcPts val="0"/>
              </a:spcAft>
              <a:buSzPts val="1400"/>
              <a:buNone/>
              <a:defRPr sz="1800" b="0" i="0" u="none" strike="noStrike" cap="none">
                <a:solidFill>
                  <a:schemeClr val="dk1"/>
                </a:solidFill>
                <a:latin typeface="Libre Franklin"/>
                <a:ea typeface="Libre Franklin"/>
                <a:cs typeface="Libre Franklin"/>
                <a:sym typeface="Libre Franklin"/>
              </a:defRPr>
            </a:lvl9pPr>
          </a:lstStyle>
          <a:p>
            <a:endParaRPr/>
          </a:p>
        </p:txBody>
      </p:sp>
      <p:sp>
        <p:nvSpPr>
          <p:cNvPr id="73" name="Google Shape;73;p8"/>
          <p:cNvSpPr txBox="1">
            <a:spLocks noGrp="1"/>
          </p:cNvSpPr>
          <p:nvPr>
            <p:ph type="sldNum" idx="12"/>
          </p:nvPr>
        </p:nvSpPr>
        <p:spPr>
          <a:xfrm>
            <a:off x="10558300" y="6423914"/>
            <a:ext cx="10524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74"/>
        <p:cNvGrpSpPr/>
        <p:nvPr/>
      </p:nvGrpSpPr>
      <p:grpSpPr>
        <a:xfrm>
          <a:off x="0" y="0"/>
          <a:ext cx="0" cy="0"/>
          <a:chOff x="0" y="0"/>
          <a:chExt cx="0" cy="0"/>
        </a:xfrm>
      </p:grpSpPr>
      <p:sp>
        <p:nvSpPr>
          <p:cNvPr id="75" name="Google Shape;75;p9"/>
          <p:cNvSpPr/>
          <p:nvPr/>
        </p:nvSpPr>
        <p:spPr>
          <a:xfrm>
            <a:off x="447817" y="601200"/>
            <a:ext cx="3682800" cy="5815500"/>
          </a:xfrm>
          <a:prstGeom prst="rect">
            <a:avLst/>
          </a:prstGeom>
          <a:solidFill>
            <a:srgbClr val="4653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9"/>
          <p:cNvSpPr txBox="1">
            <a:spLocks noGrp="1"/>
          </p:cNvSpPr>
          <p:nvPr>
            <p:ph type="title"/>
          </p:nvPr>
        </p:nvSpPr>
        <p:spPr>
          <a:xfrm>
            <a:off x="767857" y="933450"/>
            <a:ext cx="3031800" cy="1722300"/>
          </a:xfrm>
          <a:prstGeom prst="rect">
            <a:avLst/>
          </a:prstGeom>
          <a:noFill/>
          <a:ln>
            <a:noFill/>
          </a:ln>
        </p:spPr>
        <p:txBody>
          <a:bodyPr spcFirstLastPara="1" wrap="square" lIns="91425" tIns="45700" rIns="91425" bIns="45700" anchor="b" anchorCtr="0">
            <a:normAutofit/>
          </a:bodyPr>
          <a:lstStyle>
            <a:lvl1pPr lvl="0" algn="l" rtl="0">
              <a:lnSpc>
                <a:spcPct val="100000"/>
              </a:lnSpc>
              <a:spcBef>
                <a:spcPts val="0"/>
              </a:spcBef>
              <a:spcAft>
                <a:spcPts val="0"/>
              </a:spcAft>
              <a:buClr>
                <a:srgbClr val="FFFFFF"/>
              </a:buClr>
              <a:buSzPts val="2400"/>
              <a:buFont typeface="Franklin Gothic"/>
              <a:buNone/>
              <a:defRPr sz="2400" b="0">
                <a:solidFill>
                  <a:srgbClr val="FFFFFF"/>
                </a:solidFill>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7" name="Google Shape;77;p9"/>
          <p:cNvSpPr txBox="1">
            <a:spLocks noGrp="1"/>
          </p:cNvSpPr>
          <p:nvPr>
            <p:ph type="body" idx="1"/>
          </p:nvPr>
        </p:nvSpPr>
        <p:spPr>
          <a:xfrm>
            <a:off x="4900928" y="1179829"/>
            <a:ext cx="6651000" cy="4658100"/>
          </a:xfrm>
          <a:prstGeom prst="rect">
            <a:avLst/>
          </a:prstGeom>
          <a:noFill/>
          <a:ln>
            <a:noFill/>
          </a:ln>
        </p:spPr>
        <p:txBody>
          <a:bodyPr spcFirstLastPara="1" wrap="square" lIns="91425" tIns="45700" rIns="91425" bIns="45700" anchor="ctr" anchorCtr="0">
            <a:normAutofit/>
          </a:bodyPr>
          <a:lstStyle>
            <a:lvl1pPr marL="457200" lvl="0" indent="-345440" algn="l" rtl="0">
              <a:lnSpc>
                <a:spcPct val="110000"/>
              </a:lnSpc>
              <a:spcBef>
                <a:spcPts val="400"/>
              </a:spcBef>
              <a:spcAft>
                <a:spcPts val="0"/>
              </a:spcAft>
              <a:buSzPts val="1840"/>
              <a:buChar char="◼"/>
              <a:defRPr sz="2000">
                <a:solidFill>
                  <a:schemeClr val="dk2"/>
                </a:solidFill>
              </a:defRPr>
            </a:lvl1pPr>
            <a:lvl2pPr marL="914400" lvl="1" indent="-333756" algn="l" rtl="0">
              <a:spcBef>
                <a:spcPts val="600"/>
              </a:spcBef>
              <a:spcAft>
                <a:spcPts val="0"/>
              </a:spcAft>
              <a:buSzPts val="1656"/>
              <a:buChar char="◼"/>
              <a:defRPr sz="1800">
                <a:solidFill>
                  <a:schemeClr val="dk2"/>
                </a:solidFill>
              </a:defRPr>
            </a:lvl2pPr>
            <a:lvl3pPr marL="1371600" lvl="2" indent="-322072" algn="l" rtl="0">
              <a:spcBef>
                <a:spcPts val="600"/>
              </a:spcBef>
              <a:spcAft>
                <a:spcPts val="0"/>
              </a:spcAft>
              <a:buSzPts val="1472"/>
              <a:buChar char="◼"/>
              <a:defRPr sz="1600">
                <a:solidFill>
                  <a:schemeClr val="dk2"/>
                </a:solidFill>
              </a:defRPr>
            </a:lvl3pPr>
            <a:lvl4pPr marL="1828800" lvl="3" indent="-310388" algn="l" rtl="0">
              <a:spcBef>
                <a:spcPts val="600"/>
              </a:spcBef>
              <a:spcAft>
                <a:spcPts val="0"/>
              </a:spcAft>
              <a:buSzPts val="1288"/>
              <a:buChar char="◼"/>
              <a:defRPr sz="1400">
                <a:solidFill>
                  <a:schemeClr val="dk2"/>
                </a:solidFill>
              </a:defRPr>
            </a:lvl4pPr>
            <a:lvl5pPr marL="2286000" lvl="4" indent="-310388" algn="l" rtl="0">
              <a:spcBef>
                <a:spcPts val="600"/>
              </a:spcBef>
              <a:spcAft>
                <a:spcPts val="0"/>
              </a:spcAft>
              <a:buSzPts val="1288"/>
              <a:buChar char="◼"/>
              <a:defRPr sz="1400">
                <a:solidFill>
                  <a:schemeClr val="dk2"/>
                </a:solidFill>
              </a:defRPr>
            </a:lvl5pPr>
            <a:lvl6pPr marL="2743200" lvl="5" indent="-310388" algn="l" rtl="0">
              <a:spcBef>
                <a:spcPts val="600"/>
              </a:spcBef>
              <a:spcAft>
                <a:spcPts val="0"/>
              </a:spcAft>
              <a:buSzPts val="1288"/>
              <a:buChar char="◼"/>
              <a:defRPr sz="1400">
                <a:solidFill>
                  <a:schemeClr val="dk2"/>
                </a:solidFill>
              </a:defRPr>
            </a:lvl6pPr>
            <a:lvl7pPr marL="3200400" lvl="6" indent="-310388" algn="l" rtl="0">
              <a:spcBef>
                <a:spcPts val="600"/>
              </a:spcBef>
              <a:spcAft>
                <a:spcPts val="0"/>
              </a:spcAft>
              <a:buSzPts val="1288"/>
              <a:buChar char="◼"/>
              <a:defRPr sz="1400">
                <a:solidFill>
                  <a:schemeClr val="dk2"/>
                </a:solidFill>
              </a:defRPr>
            </a:lvl7pPr>
            <a:lvl8pPr marL="3657600" lvl="7" indent="-310388" algn="l" rtl="0">
              <a:spcBef>
                <a:spcPts val="600"/>
              </a:spcBef>
              <a:spcAft>
                <a:spcPts val="0"/>
              </a:spcAft>
              <a:buSzPts val="1288"/>
              <a:buChar char="◼"/>
              <a:defRPr sz="1400">
                <a:solidFill>
                  <a:schemeClr val="dk2"/>
                </a:solidFill>
              </a:defRPr>
            </a:lvl8pPr>
            <a:lvl9pPr marL="4114800" lvl="8" indent="-310388" algn="l" rtl="0">
              <a:spcBef>
                <a:spcPts val="600"/>
              </a:spcBef>
              <a:spcAft>
                <a:spcPts val="600"/>
              </a:spcAft>
              <a:buSzPts val="1288"/>
              <a:buChar char="◼"/>
              <a:defRPr sz="1400">
                <a:solidFill>
                  <a:schemeClr val="dk2"/>
                </a:solidFill>
              </a:defRPr>
            </a:lvl9pPr>
          </a:lstStyle>
          <a:p>
            <a:endParaRPr/>
          </a:p>
        </p:txBody>
      </p:sp>
      <p:sp>
        <p:nvSpPr>
          <p:cNvPr id="78" name="Google Shape;78;p9"/>
          <p:cNvSpPr txBox="1">
            <a:spLocks noGrp="1"/>
          </p:cNvSpPr>
          <p:nvPr>
            <p:ph type="body" idx="2"/>
          </p:nvPr>
        </p:nvSpPr>
        <p:spPr>
          <a:xfrm>
            <a:off x="767857" y="2836654"/>
            <a:ext cx="3031800" cy="3001500"/>
          </a:xfrm>
          <a:prstGeom prst="rect">
            <a:avLst/>
          </a:prstGeom>
          <a:noFill/>
          <a:ln>
            <a:noFill/>
          </a:ln>
        </p:spPr>
        <p:txBody>
          <a:bodyPr spcFirstLastPara="1" wrap="square" lIns="91425" tIns="45700" rIns="91425" bIns="45700" anchor="t" anchorCtr="0">
            <a:normAutofit/>
          </a:bodyPr>
          <a:lstStyle>
            <a:lvl1pPr marL="457200" lvl="0" indent="-228600" algn="l" rtl="0">
              <a:lnSpc>
                <a:spcPct val="110000"/>
              </a:lnSpc>
              <a:spcBef>
                <a:spcPts val="320"/>
              </a:spcBef>
              <a:spcAft>
                <a:spcPts val="0"/>
              </a:spcAft>
              <a:buSzPts val="1472"/>
              <a:buNone/>
              <a:defRPr sz="1600">
                <a:solidFill>
                  <a:srgbClr val="FFFFFF"/>
                </a:solidFill>
              </a:defRPr>
            </a:lvl1pPr>
            <a:lvl2pPr marL="914400" lvl="1" indent="-228600" algn="l" rtl="0">
              <a:spcBef>
                <a:spcPts val="600"/>
              </a:spcBef>
              <a:spcAft>
                <a:spcPts val="0"/>
              </a:spcAft>
              <a:buSzPts val="1012"/>
              <a:buNone/>
              <a:defRPr sz="1100"/>
            </a:lvl2pPr>
            <a:lvl3pPr marL="1371600" lvl="2" indent="-228600" algn="l" rtl="0">
              <a:spcBef>
                <a:spcPts val="600"/>
              </a:spcBef>
              <a:spcAft>
                <a:spcPts val="0"/>
              </a:spcAft>
              <a:buSzPts val="920"/>
              <a:buNone/>
              <a:defRPr sz="1000"/>
            </a:lvl3pPr>
            <a:lvl4pPr marL="1828800" lvl="3" indent="-228600" algn="l" rtl="0">
              <a:spcBef>
                <a:spcPts val="600"/>
              </a:spcBef>
              <a:spcAft>
                <a:spcPts val="0"/>
              </a:spcAft>
              <a:buSzPts val="828"/>
              <a:buNone/>
              <a:defRPr sz="900"/>
            </a:lvl4pPr>
            <a:lvl5pPr marL="2286000" lvl="4" indent="-228600" algn="l" rtl="0">
              <a:spcBef>
                <a:spcPts val="600"/>
              </a:spcBef>
              <a:spcAft>
                <a:spcPts val="0"/>
              </a:spcAft>
              <a:buSzPts val="828"/>
              <a:buNone/>
              <a:defRPr sz="900"/>
            </a:lvl5pPr>
            <a:lvl6pPr marL="2743200" lvl="5" indent="-228600" algn="l" rtl="0">
              <a:spcBef>
                <a:spcPts val="600"/>
              </a:spcBef>
              <a:spcAft>
                <a:spcPts val="0"/>
              </a:spcAft>
              <a:buSzPts val="828"/>
              <a:buNone/>
              <a:defRPr sz="900"/>
            </a:lvl6pPr>
            <a:lvl7pPr marL="3200400" lvl="6" indent="-228600" algn="l" rtl="0">
              <a:spcBef>
                <a:spcPts val="600"/>
              </a:spcBef>
              <a:spcAft>
                <a:spcPts val="0"/>
              </a:spcAft>
              <a:buSzPts val="828"/>
              <a:buNone/>
              <a:defRPr sz="900"/>
            </a:lvl7pPr>
            <a:lvl8pPr marL="3657600" lvl="7" indent="-228600" algn="l" rtl="0">
              <a:spcBef>
                <a:spcPts val="600"/>
              </a:spcBef>
              <a:spcAft>
                <a:spcPts val="0"/>
              </a:spcAft>
              <a:buSzPts val="828"/>
              <a:buNone/>
              <a:defRPr sz="900"/>
            </a:lvl8pPr>
            <a:lvl9pPr marL="4114800" lvl="8" indent="-228600" algn="l" rtl="0">
              <a:spcBef>
                <a:spcPts val="600"/>
              </a:spcBef>
              <a:spcAft>
                <a:spcPts val="600"/>
              </a:spcAft>
              <a:buSzPts val="828"/>
              <a:buNone/>
              <a:defRPr sz="900"/>
            </a:lvl9pPr>
          </a:lstStyle>
          <a:p>
            <a:endParaRPr/>
          </a:p>
        </p:txBody>
      </p:sp>
      <p:sp>
        <p:nvSpPr>
          <p:cNvPr id="79" name="Google Shape;79;p9"/>
          <p:cNvSpPr txBox="1">
            <a:spLocks noGrp="1"/>
          </p:cNvSpPr>
          <p:nvPr>
            <p:ph type="dt" idx="10"/>
          </p:nvPr>
        </p:nvSpPr>
        <p:spPr>
          <a:xfrm>
            <a:off x="7605951" y="6456916"/>
            <a:ext cx="2844900" cy="365100"/>
          </a:xfrm>
          <a:prstGeom prst="rect">
            <a:avLst/>
          </a:prstGeom>
          <a:noFill/>
          <a:ln>
            <a:noFill/>
          </a:ln>
        </p:spPr>
        <p:txBody>
          <a:bodyPr spcFirstLastPara="1" wrap="square" lIns="91425" tIns="45700" rIns="91425" bIns="45700" anchor="ctr" anchorCtr="0">
            <a:noAutofit/>
          </a:bodyPr>
          <a:lstStyle>
            <a:lvl1pPr lvl="0" algn="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0" name="Google Shape;80;p9"/>
          <p:cNvSpPr txBox="1">
            <a:spLocks noGrp="1"/>
          </p:cNvSpPr>
          <p:nvPr>
            <p:ph type="ftr" idx="11"/>
          </p:nvPr>
        </p:nvSpPr>
        <p:spPr>
          <a:xfrm>
            <a:off x="581192" y="6452590"/>
            <a:ext cx="6917100" cy="3651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Libre Franklin"/>
                <a:ea typeface="Libre Franklin"/>
                <a:cs typeface="Libre Franklin"/>
                <a:sym typeface="Libre Franklin"/>
              </a:defRPr>
            </a:lvl1pPr>
            <a:lvl2pPr marR="0" lvl="1" algn="l" rtl="0">
              <a:spcBef>
                <a:spcPts val="0"/>
              </a:spcBef>
              <a:spcAft>
                <a:spcPts val="0"/>
              </a:spcAft>
              <a:buSzPts val="1400"/>
              <a:buNone/>
              <a:defRPr sz="1800" b="0" i="0" u="none" strike="noStrike" cap="none">
                <a:solidFill>
                  <a:schemeClr val="dk1"/>
                </a:solidFill>
                <a:latin typeface="Libre Franklin"/>
                <a:ea typeface="Libre Franklin"/>
                <a:cs typeface="Libre Franklin"/>
                <a:sym typeface="Libre Franklin"/>
              </a:defRPr>
            </a:lvl2pPr>
            <a:lvl3pPr marR="0" lvl="2" algn="l" rtl="0">
              <a:spcBef>
                <a:spcPts val="0"/>
              </a:spcBef>
              <a:spcAft>
                <a:spcPts val="0"/>
              </a:spcAft>
              <a:buSzPts val="1400"/>
              <a:buNone/>
              <a:defRPr sz="1800" b="0" i="0" u="none" strike="noStrike" cap="none">
                <a:solidFill>
                  <a:schemeClr val="dk1"/>
                </a:solidFill>
                <a:latin typeface="Libre Franklin"/>
                <a:ea typeface="Libre Franklin"/>
                <a:cs typeface="Libre Franklin"/>
                <a:sym typeface="Libre Franklin"/>
              </a:defRPr>
            </a:lvl3pPr>
            <a:lvl4pPr marR="0" lvl="3" algn="l" rtl="0">
              <a:spcBef>
                <a:spcPts val="0"/>
              </a:spcBef>
              <a:spcAft>
                <a:spcPts val="0"/>
              </a:spcAft>
              <a:buSzPts val="1400"/>
              <a:buNone/>
              <a:defRPr sz="1800" b="0" i="0" u="none" strike="noStrike" cap="none">
                <a:solidFill>
                  <a:schemeClr val="dk1"/>
                </a:solidFill>
                <a:latin typeface="Libre Franklin"/>
                <a:ea typeface="Libre Franklin"/>
                <a:cs typeface="Libre Franklin"/>
                <a:sym typeface="Libre Franklin"/>
              </a:defRPr>
            </a:lvl4pPr>
            <a:lvl5pPr marR="0" lvl="4" algn="l" rtl="0">
              <a:spcBef>
                <a:spcPts val="0"/>
              </a:spcBef>
              <a:spcAft>
                <a:spcPts val="0"/>
              </a:spcAft>
              <a:buSzPts val="1400"/>
              <a:buNone/>
              <a:defRPr sz="1800" b="0" i="0" u="none" strike="noStrike" cap="none">
                <a:solidFill>
                  <a:schemeClr val="dk1"/>
                </a:solidFill>
                <a:latin typeface="Libre Franklin"/>
                <a:ea typeface="Libre Franklin"/>
                <a:cs typeface="Libre Franklin"/>
                <a:sym typeface="Libre Franklin"/>
              </a:defRPr>
            </a:lvl5pPr>
            <a:lvl6pPr marR="0" lvl="5" algn="l" rtl="0">
              <a:spcBef>
                <a:spcPts val="0"/>
              </a:spcBef>
              <a:spcAft>
                <a:spcPts val="0"/>
              </a:spcAft>
              <a:buSzPts val="1400"/>
              <a:buNone/>
              <a:defRPr sz="1800" b="0" i="0" u="none" strike="noStrike" cap="none">
                <a:solidFill>
                  <a:schemeClr val="dk1"/>
                </a:solidFill>
                <a:latin typeface="Libre Franklin"/>
                <a:ea typeface="Libre Franklin"/>
                <a:cs typeface="Libre Franklin"/>
                <a:sym typeface="Libre Franklin"/>
              </a:defRPr>
            </a:lvl6pPr>
            <a:lvl7pPr marR="0" lvl="6" algn="l" rtl="0">
              <a:spcBef>
                <a:spcPts val="0"/>
              </a:spcBef>
              <a:spcAft>
                <a:spcPts val="0"/>
              </a:spcAft>
              <a:buSzPts val="1400"/>
              <a:buNone/>
              <a:defRPr sz="1800" b="0" i="0" u="none" strike="noStrike" cap="none">
                <a:solidFill>
                  <a:schemeClr val="dk1"/>
                </a:solidFill>
                <a:latin typeface="Libre Franklin"/>
                <a:ea typeface="Libre Franklin"/>
                <a:cs typeface="Libre Franklin"/>
                <a:sym typeface="Libre Franklin"/>
              </a:defRPr>
            </a:lvl7pPr>
            <a:lvl8pPr marR="0" lvl="7" algn="l" rtl="0">
              <a:spcBef>
                <a:spcPts val="0"/>
              </a:spcBef>
              <a:spcAft>
                <a:spcPts val="0"/>
              </a:spcAft>
              <a:buSzPts val="1400"/>
              <a:buNone/>
              <a:defRPr sz="1800" b="0" i="0" u="none" strike="noStrike" cap="none">
                <a:solidFill>
                  <a:schemeClr val="dk1"/>
                </a:solidFill>
                <a:latin typeface="Libre Franklin"/>
                <a:ea typeface="Libre Franklin"/>
                <a:cs typeface="Libre Franklin"/>
                <a:sym typeface="Libre Franklin"/>
              </a:defRPr>
            </a:lvl8pPr>
            <a:lvl9pPr marR="0" lvl="8" algn="l" rtl="0">
              <a:spcBef>
                <a:spcPts val="0"/>
              </a:spcBef>
              <a:spcAft>
                <a:spcPts val="0"/>
              </a:spcAft>
              <a:buSzPts val="1400"/>
              <a:buNone/>
              <a:defRPr sz="1800" b="0" i="0" u="none" strike="noStrike" cap="none">
                <a:solidFill>
                  <a:schemeClr val="dk1"/>
                </a:solidFill>
                <a:latin typeface="Libre Franklin"/>
                <a:ea typeface="Libre Franklin"/>
                <a:cs typeface="Libre Franklin"/>
                <a:sym typeface="Libre Franklin"/>
              </a:defRPr>
            </a:lvl9pPr>
          </a:lstStyle>
          <a:p>
            <a:endParaRPr/>
          </a:p>
        </p:txBody>
      </p:sp>
      <p:sp>
        <p:nvSpPr>
          <p:cNvPr id="81" name="Google Shape;81;p9"/>
          <p:cNvSpPr txBox="1">
            <a:spLocks noGrp="1"/>
          </p:cNvSpPr>
          <p:nvPr>
            <p:ph type="sldNum" idx="12"/>
          </p:nvPr>
        </p:nvSpPr>
        <p:spPr>
          <a:xfrm>
            <a:off x="10558300" y="6456916"/>
            <a:ext cx="10524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82"/>
        <p:cNvGrpSpPr/>
        <p:nvPr/>
      </p:nvGrpSpPr>
      <p:grpSpPr>
        <a:xfrm>
          <a:off x="0" y="0"/>
          <a:ext cx="0" cy="0"/>
          <a:chOff x="0" y="0"/>
          <a:chExt cx="0" cy="0"/>
        </a:xfrm>
      </p:grpSpPr>
      <p:sp>
        <p:nvSpPr>
          <p:cNvPr id="83" name="Google Shape;83;p10"/>
          <p:cNvSpPr txBox="1">
            <a:spLocks noGrp="1"/>
          </p:cNvSpPr>
          <p:nvPr>
            <p:ph type="title"/>
          </p:nvPr>
        </p:nvSpPr>
        <p:spPr>
          <a:xfrm>
            <a:off x="581193" y="4693389"/>
            <a:ext cx="11029500" cy="566700"/>
          </a:xfrm>
          <a:prstGeom prst="rect">
            <a:avLst/>
          </a:prstGeom>
          <a:noFill/>
          <a:ln>
            <a:noFill/>
          </a:ln>
        </p:spPr>
        <p:txBody>
          <a:bodyPr spcFirstLastPara="1" wrap="square" lIns="91425" tIns="45700" rIns="91425" bIns="45700" anchor="b" anchorCtr="0">
            <a:normAutofit/>
          </a:bodyPr>
          <a:lstStyle>
            <a:lvl1pPr lvl="0" algn="l" rtl="0">
              <a:lnSpc>
                <a:spcPct val="100000"/>
              </a:lnSpc>
              <a:spcBef>
                <a:spcPts val="0"/>
              </a:spcBef>
              <a:spcAft>
                <a:spcPts val="0"/>
              </a:spcAft>
              <a:buClr>
                <a:srgbClr val="3F3F3F"/>
              </a:buClr>
              <a:buSzPts val="2400"/>
              <a:buFont typeface="Franklin Gothic"/>
              <a:buNone/>
              <a:defRPr sz="2400" b="0">
                <a:solidFill>
                  <a:srgbClr val="3F3F3F"/>
                </a:solidFill>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10"/>
          <p:cNvSpPr>
            <a:spLocks noGrp="1"/>
          </p:cNvSpPr>
          <p:nvPr>
            <p:ph type="pic" idx="2"/>
          </p:nvPr>
        </p:nvSpPr>
        <p:spPr>
          <a:xfrm>
            <a:off x="447817" y="641350"/>
            <a:ext cx="11290800" cy="3651300"/>
          </a:xfrm>
          <a:prstGeom prst="rect">
            <a:avLst/>
          </a:prstGeom>
          <a:noFill/>
          <a:ln>
            <a:noFill/>
          </a:ln>
        </p:spPr>
      </p:sp>
      <p:sp>
        <p:nvSpPr>
          <p:cNvPr id="85" name="Google Shape;85;p10"/>
          <p:cNvSpPr txBox="1">
            <a:spLocks noGrp="1"/>
          </p:cNvSpPr>
          <p:nvPr>
            <p:ph type="body" idx="1"/>
          </p:nvPr>
        </p:nvSpPr>
        <p:spPr>
          <a:xfrm>
            <a:off x="581192" y="5260127"/>
            <a:ext cx="11029500" cy="998100"/>
          </a:xfrm>
          <a:prstGeom prst="rect">
            <a:avLst/>
          </a:prstGeom>
          <a:noFill/>
          <a:ln>
            <a:noFill/>
          </a:ln>
        </p:spPr>
        <p:txBody>
          <a:bodyPr spcFirstLastPara="1" wrap="square" lIns="91425" tIns="45700" rIns="91425" bIns="45700" anchor="t" anchorCtr="0">
            <a:normAutofit/>
          </a:bodyPr>
          <a:lstStyle>
            <a:lvl1pPr marL="457200" lvl="0" indent="-228600" algn="l" rtl="0">
              <a:lnSpc>
                <a:spcPct val="110000"/>
              </a:lnSpc>
              <a:spcBef>
                <a:spcPts val="320"/>
              </a:spcBef>
              <a:spcAft>
                <a:spcPts val="0"/>
              </a:spcAft>
              <a:buSzPts val="1472"/>
              <a:buNone/>
              <a:defRPr sz="1600"/>
            </a:lvl1pPr>
            <a:lvl2pPr marL="914400" lvl="1" indent="-228600" algn="l" rtl="0">
              <a:spcBef>
                <a:spcPts val="600"/>
              </a:spcBef>
              <a:spcAft>
                <a:spcPts val="0"/>
              </a:spcAft>
              <a:buSzPts val="1104"/>
              <a:buNone/>
              <a:defRPr sz="1200"/>
            </a:lvl2pPr>
            <a:lvl3pPr marL="1371600" lvl="2" indent="-228600" algn="l" rtl="0">
              <a:spcBef>
                <a:spcPts val="600"/>
              </a:spcBef>
              <a:spcAft>
                <a:spcPts val="0"/>
              </a:spcAft>
              <a:buSzPts val="920"/>
              <a:buNone/>
              <a:defRPr sz="1000"/>
            </a:lvl3pPr>
            <a:lvl4pPr marL="1828800" lvl="3" indent="-228600" algn="l" rtl="0">
              <a:spcBef>
                <a:spcPts val="600"/>
              </a:spcBef>
              <a:spcAft>
                <a:spcPts val="0"/>
              </a:spcAft>
              <a:buSzPts val="828"/>
              <a:buNone/>
              <a:defRPr sz="900"/>
            </a:lvl4pPr>
            <a:lvl5pPr marL="2286000" lvl="4" indent="-228600" algn="l" rtl="0">
              <a:spcBef>
                <a:spcPts val="600"/>
              </a:spcBef>
              <a:spcAft>
                <a:spcPts val="0"/>
              </a:spcAft>
              <a:buSzPts val="828"/>
              <a:buNone/>
              <a:defRPr sz="900"/>
            </a:lvl5pPr>
            <a:lvl6pPr marL="2743200" lvl="5" indent="-228600" algn="l" rtl="0">
              <a:spcBef>
                <a:spcPts val="600"/>
              </a:spcBef>
              <a:spcAft>
                <a:spcPts val="0"/>
              </a:spcAft>
              <a:buSzPts val="828"/>
              <a:buNone/>
              <a:defRPr sz="900"/>
            </a:lvl6pPr>
            <a:lvl7pPr marL="3200400" lvl="6" indent="-228600" algn="l" rtl="0">
              <a:spcBef>
                <a:spcPts val="600"/>
              </a:spcBef>
              <a:spcAft>
                <a:spcPts val="0"/>
              </a:spcAft>
              <a:buSzPts val="828"/>
              <a:buNone/>
              <a:defRPr sz="900"/>
            </a:lvl7pPr>
            <a:lvl8pPr marL="3657600" lvl="7" indent="-228600" algn="l" rtl="0">
              <a:spcBef>
                <a:spcPts val="600"/>
              </a:spcBef>
              <a:spcAft>
                <a:spcPts val="0"/>
              </a:spcAft>
              <a:buSzPts val="828"/>
              <a:buNone/>
              <a:defRPr sz="900"/>
            </a:lvl8pPr>
            <a:lvl9pPr marL="4114800" lvl="8" indent="-228600" algn="l" rtl="0">
              <a:spcBef>
                <a:spcPts val="600"/>
              </a:spcBef>
              <a:spcAft>
                <a:spcPts val="600"/>
              </a:spcAft>
              <a:buSzPts val="828"/>
              <a:buNone/>
              <a:defRPr sz="900"/>
            </a:lvl9pPr>
          </a:lstStyle>
          <a:p>
            <a:endParaRPr/>
          </a:p>
        </p:txBody>
      </p:sp>
      <p:sp>
        <p:nvSpPr>
          <p:cNvPr id="86" name="Google Shape;86;p10"/>
          <p:cNvSpPr txBox="1">
            <a:spLocks noGrp="1"/>
          </p:cNvSpPr>
          <p:nvPr>
            <p:ph type="dt" idx="10"/>
          </p:nvPr>
        </p:nvSpPr>
        <p:spPr>
          <a:xfrm>
            <a:off x="7605951" y="6423914"/>
            <a:ext cx="2844900" cy="365100"/>
          </a:xfrm>
          <a:prstGeom prst="rect">
            <a:avLst/>
          </a:prstGeom>
          <a:noFill/>
          <a:ln>
            <a:noFill/>
          </a:ln>
        </p:spPr>
        <p:txBody>
          <a:bodyPr spcFirstLastPara="1" wrap="square" lIns="91425" tIns="45700" rIns="91425" bIns="45700" anchor="ctr" anchorCtr="0">
            <a:noAutofit/>
          </a:bodyPr>
          <a:lstStyle>
            <a:lvl1pPr lvl="0" algn="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7" name="Google Shape;87;p10"/>
          <p:cNvSpPr txBox="1">
            <a:spLocks noGrp="1"/>
          </p:cNvSpPr>
          <p:nvPr>
            <p:ph type="ftr" idx="11"/>
          </p:nvPr>
        </p:nvSpPr>
        <p:spPr>
          <a:xfrm>
            <a:off x="581192" y="6423914"/>
            <a:ext cx="6917100" cy="3651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Libre Franklin"/>
                <a:ea typeface="Libre Franklin"/>
                <a:cs typeface="Libre Franklin"/>
                <a:sym typeface="Libre Franklin"/>
              </a:defRPr>
            </a:lvl1pPr>
            <a:lvl2pPr marR="0" lvl="1" algn="l" rtl="0">
              <a:spcBef>
                <a:spcPts val="0"/>
              </a:spcBef>
              <a:spcAft>
                <a:spcPts val="0"/>
              </a:spcAft>
              <a:buSzPts val="1400"/>
              <a:buNone/>
              <a:defRPr sz="1800" b="0" i="0" u="none" strike="noStrike" cap="none">
                <a:solidFill>
                  <a:schemeClr val="dk1"/>
                </a:solidFill>
                <a:latin typeface="Libre Franklin"/>
                <a:ea typeface="Libre Franklin"/>
                <a:cs typeface="Libre Franklin"/>
                <a:sym typeface="Libre Franklin"/>
              </a:defRPr>
            </a:lvl2pPr>
            <a:lvl3pPr marR="0" lvl="2" algn="l" rtl="0">
              <a:spcBef>
                <a:spcPts val="0"/>
              </a:spcBef>
              <a:spcAft>
                <a:spcPts val="0"/>
              </a:spcAft>
              <a:buSzPts val="1400"/>
              <a:buNone/>
              <a:defRPr sz="1800" b="0" i="0" u="none" strike="noStrike" cap="none">
                <a:solidFill>
                  <a:schemeClr val="dk1"/>
                </a:solidFill>
                <a:latin typeface="Libre Franklin"/>
                <a:ea typeface="Libre Franklin"/>
                <a:cs typeface="Libre Franklin"/>
                <a:sym typeface="Libre Franklin"/>
              </a:defRPr>
            </a:lvl3pPr>
            <a:lvl4pPr marR="0" lvl="3" algn="l" rtl="0">
              <a:spcBef>
                <a:spcPts val="0"/>
              </a:spcBef>
              <a:spcAft>
                <a:spcPts val="0"/>
              </a:spcAft>
              <a:buSzPts val="1400"/>
              <a:buNone/>
              <a:defRPr sz="1800" b="0" i="0" u="none" strike="noStrike" cap="none">
                <a:solidFill>
                  <a:schemeClr val="dk1"/>
                </a:solidFill>
                <a:latin typeface="Libre Franklin"/>
                <a:ea typeface="Libre Franklin"/>
                <a:cs typeface="Libre Franklin"/>
                <a:sym typeface="Libre Franklin"/>
              </a:defRPr>
            </a:lvl4pPr>
            <a:lvl5pPr marR="0" lvl="4" algn="l" rtl="0">
              <a:spcBef>
                <a:spcPts val="0"/>
              </a:spcBef>
              <a:spcAft>
                <a:spcPts val="0"/>
              </a:spcAft>
              <a:buSzPts val="1400"/>
              <a:buNone/>
              <a:defRPr sz="1800" b="0" i="0" u="none" strike="noStrike" cap="none">
                <a:solidFill>
                  <a:schemeClr val="dk1"/>
                </a:solidFill>
                <a:latin typeface="Libre Franklin"/>
                <a:ea typeface="Libre Franklin"/>
                <a:cs typeface="Libre Franklin"/>
                <a:sym typeface="Libre Franklin"/>
              </a:defRPr>
            </a:lvl5pPr>
            <a:lvl6pPr marR="0" lvl="5" algn="l" rtl="0">
              <a:spcBef>
                <a:spcPts val="0"/>
              </a:spcBef>
              <a:spcAft>
                <a:spcPts val="0"/>
              </a:spcAft>
              <a:buSzPts val="1400"/>
              <a:buNone/>
              <a:defRPr sz="1800" b="0" i="0" u="none" strike="noStrike" cap="none">
                <a:solidFill>
                  <a:schemeClr val="dk1"/>
                </a:solidFill>
                <a:latin typeface="Libre Franklin"/>
                <a:ea typeface="Libre Franklin"/>
                <a:cs typeface="Libre Franklin"/>
                <a:sym typeface="Libre Franklin"/>
              </a:defRPr>
            </a:lvl6pPr>
            <a:lvl7pPr marR="0" lvl="6" algn="l" rtl="0">
              <a:spcBef>
                <a:spcPts val="0"/>
              </a:spcBef>
              <a:spcAft>
                <a:spcPts val="0"/>
              </a:spcAft>
              <a:buSzPts val="1400"/>
              <a:buNone/>
              <a:defRPr sz="1800" b="0" i="0" u="none" strike="noStrike" cap="none">
                <a:solidFill>
                  <a:schemeClr val="dk1"/>
                </a:solidFill>
                <a:latin typeface="Libre Franklin"/>
                <a:ea typeface="Libre Franklin"/>
                <a:cs typeface="Libre Franklin"/>
                <a:sym typeface="Libre Franklin"/>
              </a:defRPr>
            </a:lvl7pPr>
            <a:lvl8pPr marR="0" lvl="7" algn="l" rtl="0">
              <a:spcBef>
                <a:spcPts val="0"/>
              </a:spcBef>
              <a:spcAft>
                <a:spcPts val="0"/>
              </a:spcAft>
              <a:buSzPts val="1400"/>
              <a:buNone/>
              <a:defRPr sz="1800" b="0" i="0" u="none" strike="noStrike" cap="none">
                <a:solidFill>
                  <a:schemeClr val="dk1"/>
                </a:solidFill>
                <a:latin typeface="Libre Franklin"/>
                <a:ea typeface="Libre Franklin"/>
                <a:cs typeface="Libre Franklin"/>
                <a:sym typeface="Libre Franklin"/>
              </a:defRPr>
            </a:lvl8pPr>
            <a:lvl9pPr marR="0" lvl="8" algn="l" rtl="0">
              <a:spcBef>
                <a:spcPts val="0"/>
              </a:spcBef>
              <a:spcAft>
                <a:spcPts val="0"/>
              </a:spcAft>
              <a:buSzPts val="1400"/>
              <a:buNone/>
              <a:defRPr sz="1800" b="0" i="0" u="none" strike="noStrike" cap="none">
                <a:solidFill>
                  <a:schemeClr val="dk1"/>
                </a:solidFill>
                <a:latin typeface="Libre Franklin"/>
                <a:ea typeface="Libre Franklin"/>
                <a:cs typeface="Libre Franklin"/>
                <a:sym typeface="Libre Franklin"/>
              </a:defRPr>
            </a:lvl9pPr>
          </a:lstStyle>
          <a:p>
            <a:endParaRPr/>
          </a:p>
        </p:txBody>
      </p:sp>
      <p:sp>
        <p:nvSpPr>
          <p:cNvPr id="88" name="Google Shape;88;p10"/>
          <p:cNvSpPr txBox="1">
            <a:spLocks noGrp="1"/>
          </p:cNvSpPr>
          <p:nvPr>
            <p:ph type="sldNum" idx="12"/>
          </p:nvPr>
        </p:nvSpPr>
        <p:spPr>
          <a:xfrm>
            <a:off x="10558300" y="6423914"/>
            <a:ext cx="10524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9"/>
        <p:cNvGrpSpPr/>
        <p:nvPr/>
      </p:nvGrpSpPr>
      <p:grpSpPr>
        <a:xfrm>
          <a:off x="0" y="0"/>
          <a:ext cx="0" cy="0"/>
          <a:chOff x="0" y="0"/>
          <a:chExt cx="0" cy="0"/>
        </a:xfrm>
      </p:grpSpPr>
      <p:sp>
        <p:nvSpPr>
          <p:cNvPr id="90" name="Google Shape;90;p11"/>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lvl1pPr lvl="0" algn="l" rtl="0">
              <a:lnSpc>
                <a:spcPct val="100000"/>
              </a:lnSpc>
              <a:spcBef>
                <a:spcPts val="0"/>
              </a:spcBef>
              <a:spcAft>
                <a:spcPts val="0"/>
              </a:spcAft>
              <a:buClr>
                <a:srgbClr val="3F3F3F"/>
              </a:buClr>
              <a:buSzPts val="18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1" name="Google Shape;91;p11"/>
          <p:cNvSpPr txBox="1">
            <a:spLocks noGrp="1"/>
          </p:cNvSpPr>
          <p:nvPr>
            <p:ph type="body" idx="1"/>
          </p:nvPr>
        </p:nvSpPr>
        <p:spPr>
          <a:xfrm rot="5400000">
            <a:off x="3809608" y="-1813102"/>
            <a:ext cx="4572900" cy="11029500"/>
          </a:xfrm>
          <a:prstGeom prst="rect">
            <a:avLst/>
          </a:prstGeom>
          <a:noFill/>
          <a:ln>
            <a:noFill/>
          </a:ln>
        </p:spPr>
        <p:txBody>
          <a:bodyPr spcFirstLastPara="1" wrap="square" lIns="91425" tIns="45700" rIns="91425" bIns="45700" anchor="t" anchorCtr="0">
            <a:normAutofit/>
          </a:bodyPr>
          <a:lstStyle>
            <a:lvl1pPr marL="457200" lvl="0" indent="-327914" algn="l" rtl="0">
              <a:lnSpc>
                <a:spcPct val="110000"/>
              </a:lnSpc>
              <a:spcBef>
                <a:spcPts val="340"/>
              </a:spcBef>
              <a:spcAft>
                <a:spcPts val="0"/>
              </a:spcAft>
              <a:buSzPts val="1564"/>
              <a:buChar char="◼"/>
              <a:defRPr/>
            </a:lvl1pPr>
            <a:lvl2pPr marL="914400" lvl="1" indent="-310387" algn="l" rtl="0">
              <a:spcBef>
                <a:spcPts val="600"/>
              </a:spcBef>
              <a:spcAft>
                <a:spcPts val="0"/>
              </a:spcAft>
              <a:buSzPts val="1288"/>
              <a:buChar char="◼"/>
              <a:defRPr/>
            </a:lvl2pPr>
            <a:lvl3pPr marL="1371600" lvl="2" indent="-304546" algn="l" rtl="0">
              <a:spcBef>
                <a:spcPts val="600"/>
              </a:spcBef>
              <a:spcAft>
                <a:spcPts val="0"/>
              </a:spcAft>
              <a:buSzPts val="1196"/>
              <a:buChar char="◼"/>
              <a:defRPr/>
            </a:lvl3pPr>
            <a:lvl4pPr marL="1828800" lvl="3" indent="-292861" algn="l" rtl="0">
              <a:spcBef>
                <a:spcPts val="600"/>
              </a:spcBef>
              <a:spcAft>
                <a:spcPts val="0"/>
              </a:spcAft>
              <a:buSzPts val="1012"/>
              <a:buChar char="◼"/>
              <a:defRPr/>
            </a:lvl4pPr>
            <a:lvl5pPr marL="2286000" lvl="4" indent="-292861" algn="l" rtl="0">
              <a:spcBef>
                <a:spcPts val="600"/>
              </a:spcBef>
              <a:spcAft>
                <a:spcPts val="0"/>
              </a:spcAft>
              <a:buSzPts val="1012"/>
              <a:buChar char="◼"/>
              <a:defRPr/>
            </a:lvl5pPr>
            <a:lvl6pPr marL="2743200" lvl="5" indent="-333756" algn="l" rtl="0">
              <a:spcBef>
                <a:spcPts val="600"/>
              </a:spcBef>
              <a:spcAft>
                <a:spcPts val="0"/>
              </a:spcAft>
              <a:buSzPts val="1656"/>
              <a:buChar char="◼"/>
              <a:defRPr/>
            </a:lvl6pPr>
            <a:lvl7pPr marL="3200400" lvl="6" indent="-333756" algn="l" rtl="0">
              <a:spcBef>
                <a:spcPts val="600"/>
              </a:spcBef>
              <a:spcAft>
                <a:spcPts val="0"/>
              </a:spcAft>
              <a:buSzPts val="1656"/>
              <a:buChar char="◼"/>
              <a:defRPr/>
            </a:lvl7pPr>
            <a:lvl8pPr marL="3657600" lvl="7" indent="-333756" algn="l" rtl="0">
              <a:spcBef>
                <a:spcPts val="600"/>
              </a:spcBef>
              <a:spcAft>
                <a:spcPts val="0"/>
              </a:spcAft>
              <a:buSzPts val="1656"/>
              <a:buChar char="◼"/>
              <a:defRPr/>
            </a:lvl8pPr>
            <a:lvl9pPr marL="4114800" lvl="8" indent="-333756" algn="l" rtl="0">
              <a:spcBef>
                <a:spcPts val="600"/>
              </a:spcBef>
              <a:spcAft>
                <a:spcPts val="600"/>
              </a:spcAft>
              <a:buSzPts val="1656"/>
              <a:buChar char="◼"/>
              <a:defRPr/>
            </a:lvl9pPr>
          </a:lstStyle>
          <a:p>
            <a:endParaRPr/>
          </a:p>
        </p:txBody>
      </p:sp>
      <p:sp>
        <p:nvSpPr>
          <p:cNvPr id="92" name="Google Shape;92;p11"/>
          <p:cNvSpPr txBox="1">
            <a:spLocks noGrp="1"/>
          </p:cNvSpPr>
          <p:nvPr>
            <p:ph type="dt" idx="10"/>
          </p:nvPr>
        </p:nvSpPr>
        <p:spPr>
          <a:xfrm>
            <a:off x="7605951" y="6423914"/>
            <a:ext cx="2844900" cy="365100"/>
          </a:xfrm>
          <a:prstGeom prst="rect">
            <a:avLst/>
          </a:prstGeom>
          <a:noFill/>
          <a:ln>
            <a:noFill/>
          </a:ln>
        </p:spPr>
        <p:txBody>
          <a:bodyPr spcFirstLastPara="1" wrap="square" lIns="91425" tIns="45700" rIns="91425" bIns="45700" anchor="ctr" anchorCtr="0">
            <a:noAutofit/>
          </a:bodyPr>
          <a:lstStyle>
            <a:lvl1pPr lvl="0" algn="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3" name="Google Shape;93;p11"/>
          <p:cNvSpPr txBox="1">
            <a:spLocks noGrp="1"/>
          </p:cNvSpPr>
          <p:nvPr>
            <p:ph type="ftr" idx="11"/>
          </p:nvPr>
        </p:nvSpPr>
        <p:spPr>
          <a:xfrm>
            <a:off x="581192" y="6423914"/>
            <a:ext cx="6917100" cy="3651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Libre Franklin"/>
                <a:ea typeface="Libre Franklin"/>
                <a:cs typeface="Libre Franklin"/>
                <a:sym typeface="Libre Franklin"/>
              </a:defRPr>
            </a:lvl1pPr>
            <a:lvl2pPr marR="0" lvl="1" algn="l" rtl="0">
              <a:spcBef>
                <a:spcPts val="0"/>
              </a:spcBef>
              <a:spcAft>
                <a:spcPts val="0"/>
              </a:spcAft>
              <a:buSzPts val="1400"/>
              <a:buNone/>
              <a:defRPr sz="1800" b="0" i="0" u="none" strike="noStrike" cap="none">
                <a:solidFill>
                  <a:schemeClr val="dk1"/>
                </a:solidFill>
                <a:latin typeface="Libre Franklin"/>
                <a:ea typeface="Libre Franklin"/>
                <a:cs typeface="Libre Franklin"/>
                <a:sym typeface="Libre Franklin"/>
              </a:defRPr>
            </a:lvl2pPr>
            <a:lvl3pPr marR="0" lvl="2" algn="l" rtl="0">
              <a:spcBef>
                <a:spcPts val="0"/>
              </a:spcBef>
              <a:spcAft>
                <a:spcPts val="0"/>
              </a:spcAft>
              <a:buSzPts val="1400"/>
              <a:buNone/>
              <a:defRPr sz="1800" b="0" i="0" u="none" strike="noStrike" cap="none">
                <a:solidFill>
                  <a:schemeClr val="dk1"/>
                </a:solidFill>
                <a:latin typeface="Libre Franklin"/>
                <a:ea typeface="Libre Franklin"/>
                <a:cs typeface="Libre Franklin"/>
                <a:sym typeface="Libre Franklin"/>
              </a:defRPr>
            </a:lvl3pPr>
            <a:lvl4pPr marR="0" lvl="3" algn="l" rtl="0">
              <a:spcBef>
                <a:spcPts val="0"/>
              </a:spcBef>
              <a:spcAft>
                <a:spcPts val="0"/>
              </a:spcAft>
              <a:buSzPts val="1400"/>
              <a:buNone/>
              <a:defRPr sz="1800" b="0" i="0" u="none" strike="noStrike" cap="none">
                <a:solidFill>
                  <a:schemeClr val="dk1"/>
                </a:solidFill>
                <a:latin typeface="Libre Franklin"/>
                <a:ea typeface="Libre Franklin"/>
                <a:cs typeface="Libre Franklin"/>
                <a:sym typeface="Libre Franklin"/>
              </a:defRPr>
            </a:lvl4pPr>
            <a:lvl5pPr marR="0" lvl="4" algn="l" rtl="0">
              <a:spcBef>
                <a:spcPts val="0"/>
              </a:spcBef>
              <a:spcAft>
                <a:spcPts val="0"/>
              </a:spcAft>
              <a:buSzPts val="1400"/>
              <a:buNone/>
              <a:defRPr sz="1800" b="0" i="0" u="none" strike="noStrike" cap="none">
                <a:solidFill>
                  <a:schemeClr val="dk1"/>
                </a:solidFill>
                <a:latin typeface="Libre Franklin"/>
                <a:ea typeface="Libre Franklin"/>
                <a:cs typeface="Libre Franklin"/>
                <a:sym typeface="Libre Franklin"/>
              </a:defRPr>
            </a:lvl5pPr>
            <a:lvl6pPr marR="0" lvl="5" algn="l" rtl="0">
              <a:spcBef>
                <a:spcPts val="0"/>
              </a:spcBef>
              <a:spcAft>
                <a:spcPts val="0"/>
              </a:spcAft>
              <a:buSzPts val="1400"/>
              <a:buNone/>
              <a:defRPr sz="1800" b="0" i="0" u="none" strike="noStrike" cap="none">
                <a:solidFill>
                  <a:schemeClr val="dk1"/>
                </a:solidFill>
                <a:latin typeface="Libre Franklin"/>
                <a:ea typeface="Libre Franklin"/>
                <a:cs typeface="Libre Franklin"/>
                <a:sym typeface="Libre Franklin"/>
              </a:defRPr>
            </a:lvl6pPr>
            <a:lvl7pPr marR="0" lvl="6" algn="l" rtl="0">
              <a:spcBef>
                <a:spcPts val="0"/>
              </a:spcBef>
              <a:spcAft>
                <a:spcPts val="0"/>
              </a:spcAft>
              <a:buSzPts val="1400"/>
              <a:buNone/>
              <a:defRPr sz="1800" b="0" i="0" u="none" strike="noStrike" cap="none">
                <a:solidFill>
                  <a:schemeClr val="dk1"/>
                </a:solidFill>
                <a:latin typeface="Libre Franklin"/>
                <a:ea typeface="Libre Franklin"/>
                <a:cs typeface="Libre Franklin"/>
                <a:sym typeface="Libre Franklin"/>
              </a:defRPr>
            </a:lvl7pPr>
            <a:lvl8pPr marR="0" lvl="7" algn="l" rtl="0">
              <a:spcBef>
                <a:spcPts val="0"/>
              </a:spcBef>
              <a:spcAft>
                <a:spcPts val="0"/>
              </a:spcAft>
              <a:buSzPts val="1400"/>
              <a:buNone/>
              <a:defRPr sz="1800" b="0" i="0" u="none" strike="noStrike" cap="none">
                <a:solidFill>
                  <a:schemeClr val="dk1"/>
                </a:solidFill>
                <a:latin typeface="Libre Franklin"/>
                <a:ea typeface="Libre Franklin"/>
                <a:cs typeface="Libre Franklin"/>
                <a:sym typeface="Libre Franklin"/>
              </a:defRPr>
            </a:lvl8pPr>
            <a:lvl9pPr marR="0" lvl="8" algn="l" rtl="0">
              <a:spcBef>
                <a:spcPts val="0"/>
              </a:spcBef>
              <a:spcAft>
                <a:spcPts val="0"/>
              </a:spcAft>
              <a:buSzPts val="1400"/>
              <a:buNone/>
              <a:defRPr sz="1800" b="0" i="0" u="none" strike="noStrike" cap="none">
                <a:solidFill>
                  <a:schemeClr val="dk1"/>
                </a:solidFill>
                <a:latin typeface="Libre Franklin"/>
                <a:ea typeface="Libre Franklin"/>
                <a:cs typeface="Libre Franklin"/>
                <a:sym typeface="Libre Franklin"/>
              </a:defRPr>
            </a:lvl9pPr>
          </a:lstStyle>
          <a:p>
            <a:endParaRPr/>
          </a:p>
        </p:txBody>
      </p:sp>
      <p:sp>
        <p:nvSpPr>
          <p:cNvPr id="94" name="Google Shape;94;p11"/>
          <p:cNvSpPr txBox="1">
            <a:spLocks noGrp="1"/>
          </p:cNvSpPr>
          <p:nvPr>
            <p:ph type="sldNum" idx="12"/>
          </p:nvPr>
        </p:nvSpPr>
        <p:spPr>
          <a:xfrm>
            <a:off x="10558300" y="6423914"/>
            <a:ext cx="10524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matchingName="Vertical Title and Text" type="vertTitleAndTx">
  <p:cSld name="VERTICAL_TITLE_AND_VERTICAL_TEXT">
    <p:spTree>
      <p:nvGrpSpPr>
        <p:cNvPr id="1" name="Shape 95"/>
        <p:cNvGrpSpPr/>
        <p:nvPr/>
      </p:nvGrpSpPr>
      <p:grpSpPr>
        <a:xfrm>
          <a:off x="0" y="0"/>
          <a:ext cx="0" cy="0"/>
          <a:chOff x="0" y="0"/>
          <a:chExt cx="0" cy="0"/>
        </a:xfrm>
      </p:grpSpPr>
      <p:sp>
        <p:nvSpPr>
          <p:cNvPr id="96" name="Google Shape;96;p12"/>
          <p:cNvSpPr/>
          <p:nvPr/>
        </p:nvSpPr>
        <p:spPr>
          <a:xfrm>
            <a:off x="8058151" y="599725"/>
            <a:ext cx="3687300" cy="5817000"/>
          </a:xfrm>
          <a:prstGeom prst="rect">
            <a:avLst/>
          </a:prstGeom>
          <a:solidFill>
            <a:srgbClr val="4653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12"/>
          <p:cNvSpPr txBox="1">
            <a:spLocks noGrp="1"/>
          </p:cNvSpPr>
          <p:nvPr>
            <p:ph type="title"/>
          </p:nvPr>
        </p:nvSpPr>
        <p:spPr>
          <a:xfrm rot="5400000">
            <a:off x="7362700" y="1705100"/>
            <a:ext cx="4807200" cy="3124200"/>
          </a:xfrm>
          <a:prstGeom prst="rect">
            <a:avLst/>
          </a:prstGeom>
          <a:noFill/>
          <a:ln>
            <a:noFill/>
          </a:ln>
        </p:spPr>
        <p:txBody>
          <a:bodyPr spcFirstLastPara="1" wrap="square" lIns="91425" tIns="45700" rIns="91425" bIns="45700" anchor="ctr" anchorCtr="0">
            <a:normAutofit/>
          </a:bodyPr>
          <a:lstStyle>
            <a:lvl1pPr lvl="0" algn="l" rtl="0">
              <a:lnSpc>
                <a:spcPct val="100000"/>
              </a:lnSpc>
              <a:spcBef>
                <a:spcPts val="0"/>
              </a:spcBef>
              <a:spcAft>
                <a:spcPts val="0"/>
              </a:spcAft>
              <a:buClr>
                <a:srgbClr val="FFFFFF"/>
              </a:buClr>
              <a:buSzPts val="2800"/>
              <a:buFont typeface="Franklin Gothic"/>
              <a:buNone/>
              <a:defRPr>
                <a:solidFill>
                  <a:srgbClr val="FFFFFF"/>
                </a:solidFill>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8" name="Google Shape;98;p12"/>
          <p:cNvSpPr txBox="1">
            <a:spLocks noGrp="1"/>
          </p:cNvSpPr>
          <p:nvPr>
            <p:ph type="body" idx="1"/>
          </p:nvPr>
        </p:nvSpPr>
        <p:spPr>
          <a:xfrm rot="5400000">
            <a:off x="1952148" y="-313600"/>
            <a:ext cx="4807200" cy="7161600"/>
          </a:xfrm>
          <a:prstGeom prst="rect">
            <a:avLst/>
          </a:prstGeom>
          <a:noFill/>
          <a:ln>
            <a:noFill/>
          </a:ln>
        </p:spPr>
        <p:txBody>
          <a:bodyPr spcFirstLastPara="1" wrap="square" lIns="91425" tIns="45700" rIns="91425" bIns="45700" anchor="t" anchorCtr="0">
            <a:normAutofit/>
          </a:bodyPr>
          <a:lstStyle>
            <a:lvl1pPr marL="457200" lvl="0" indent="-333756" algn="l" rtl="0">
              <a:lnSpc>
                <a:spcPct val="110000"/>
              </a:lnSpc>
              <a:spcBef>
                <a:spcPts val="360"/>
              </a:spcBef>
              <a:spcAft>
                <a:spcPts val="0"/>
              </a:spcAft>
              <a:buSzPts val="1656"/>
              <a:buChar char="◼"/>
              <a:defRPr/>
            </a:lvl1pPr>
            <a:lvl2pPr marL="914400" lvl="1" indent="-333756" algn="l" rtl="0">
              <a:spcBef>
                <a:spcPts val="600"/>
              </a:spcBef>
              <a:spcAft>
                <a:spcPts val="0"/>
              </a:spcAft>
              <a:buSzPts val="1656"/>
              <a:buChar char="◼"/>
              <a:defRPr/>
            </a:lvl2pPr>
            <a:lvl3pPr marL="1371600" lvl="2" indent="-333756" algn="l" rtl="0">
              <a:spcBef>
                <a:spcPts val="600"/>
              </a:spcBef>
              <a:spcAft>
                <a:spcPts val="0"/>
              </a:spcAft>
              <a:buSzPts val="1656"/>
              <a:buChar char="◼"/>
              <a:defRPr/>
            </a:lvl3pPr>
            <a:lvl4pPr marL="1828800" lvl="3" indent="-333756" algn="l" rtl="0">
              <a:spcBef>
                <a:spcPts val="600"/>
              </a:spcBef>
              <a:spcAft>
                <a:spcPts val="0"/>
              </a:spcAft>
              <a:buSzPts val="1656"/>
              <a:buChar char="◼"/>
              <a:defRPr/>
            </a:lvl4pPr>
            <a:lvl5pPr marL="2286000" lvl="4" indent="-333756" algn="l" rtl="0">
              <a:spcBef>
                <a:spcPts val="600"/>
              </a:spcBef>
              <a:spcAft>
                <a:spcPts val="0"/>
              </a:spcAft>
              <a:buSzPts val="1656"/>
              <a:buChar char="◼"/>
              <a:defRPr/>
            </a:lvl5pPr>
            <a:lvl6pPr marL="2743200" lvl="5" indent="-333756" algn="l" rtl="0">
              <a:spcBef>
                <a:spcPts val="600"/>
              </a:spcBef>
              <a:spcAft>
                <a:spcPts val="0"/>
              </a:spcAft>
              <a:buSzPts val="1656"/>
              <a:buChar char="◼"/>
              <a:defRPr/>
            </a:lvl6pPr>
            <a:lvl7pPr marL="3200400" lvl="6" indent="-333756" algn="l" rtl="0">
              <a:spcBef>
                <a:spcPts val="600"/>
              </a:spcBef>
              <a:spcAft>
                <a:spcPts val="0"/>
              </a:spcAft>
              <a:buSzPts val="1656"/>
              <a:buChar char="◼"/>
              <a:defRPr/>
            </a:lvl7pPr>
            <a:lvl8pPr marL="3657600" lvl="7" indent="-333756" algn="l" rtl="0">
              <a:spcBef>
                <a:spcPts val="600"/>
              </a:spcBef>
              <a:spcAft>
                <a:spcPts val="0"/>
              </a:spcAft>
              <a:buSzPts val="1656"/>
              <a:buChar char="◼"/>
              <a:defRPr/>
            </a:lvl8pPr>
            <a:lvl9pPr marL="4114800" lvl="8" indent="-333756" algn="l" rtl="0">
              <a:spcBef>
                <a:spcPts val="600"/>
              </a:spcBef>
              <a:spcAft>
                <a:spcPts val="600"/>
              </a:spcAft>
              <a:buSzPts val="1656"/>
              <a:buChar char="◼"/>
              <a:defRPr/>
            </a:lvl9pPr>
          </a:lstStyle>
          <a:p>
            <a:endParaRPr/>
          </a:p>
        </p:txBody>
      </p:sp>
      <p:sp>
        <p:nvSpPr>
          <p:cNvPr id="99" name="Google Shape;99;p12"/>
          <p:cNvSpPr/>
          <p:nvPr/>
        </p:nvSpPr>
        <p:spPr>
          <a:xfrm>
            <a:off x="446534" y="457200"/>
            <a:ext cx="3703200" cy="95100"/>
          </a:xfrm>
          <a:prstGeom prst="rect">
            <a:avLst/>
          </a:prstGeom>
          <a:solidFill>
            <a:srgbClr val="969FA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p12"/>
          <p:cNvSpPr/>
          <p:nvPr/>
        </p:nvSpPr>
        <p:spPr>
          <a:xfrm>
            <a:off x="8042147" y="453643"/>
            <a:ext cx="3703200" cy="98700"/>
          </a:xfrm>
          <a:prstGeom prst="rect">
            <a:avLst/>
          </a:prstGeom>
          <a:solidFill>
            <a:srgbClr val="4653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01;p12"/>
          <p:cNvSpPr/>
          <p:nvPr/>
        </p:nvSpPr>
        <p:spPr>
          <a:xfrm>
            <a:off x="4241830" y="457200"/>
            <a:ext cx="3703200" cy="915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12"/>
          <p:cNvSpPr txBox="1">
            <a:spLocks noGrp="1"/>
          </p:cNvSpPr>
          <p:nvPr>
            <p:ph type="dt" idx="10"/>
          </p:nvPr>
        </p:nvSpPr>
        <p:spPr>
          <a:xfrm>
            <a:off x="7605951" y="6423914"/>
            <a:ext cx="2844900" cy="365100"/>
          </a:xfrm>
          <a:prstGeom prst="rect">
            <a:avLst/>
          </a:prstGeom>
          <a:noFill/>
          <a:ln>
            <a:noFill/>
          </a:ln>
        </p:spPr>
        <p:txBody>
          <a:bodyPr spcFirstLastPara="1" wrap="square" lIns="91425" tIns="45700" rIns="91425" bIns="45700" anchor="ctr" anchorCtr="0">
            <a:noAutofit/>
          </a:bodyPr>
          <a:lstStyle>
            <a:lvl1pPr lvl="0" algn="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03" name="Google Shape;103;p12"/>
          <p:cNvSpPr txBox="1">
            <a:spLocks noGrp="1"/>
          </p:cNvSpPr>
          <p:nvPr>
            <p:ph type="ftr" idx="11"/>
          </p:nvPr>
        </p:nvSpPr>
        <p:spPr>
          <a:xfrm>
            <a:off x="581192" y="6423914"/>
            <a:ext cx="6917100" cy="3651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Libre Franklin"/>
                <a:ea typeface="Libre Franklin"/>
                <a:cs typeface="Libre Franklin"/>
                <a:sym typeface="Libre Franklin"/>
              </a:defRPr>
            </a:lvl1pPr>
            <a:lvl2pPr marR="0" lvl="1" algn="l" rtl="0">
              <a:spcBef>
                <a:spcPts val="0"/>
              </a:spcBef>
              <a:spcAft>
                <a:spcPts val="0"/>
              </a:spcAft>
              <a:buSzPts val="1400"/>
              <a:buNone/>
              <a:defRPr sz="1800" b="0" i="0" u="none" strike="noStrike" cap="none">
                <a:solidFill>
                  <a:schemeClr val="dk1"/>
                </a:solidFill>
                <a:latin typeface="Libre Franklin"/>
                <a:ea typeface="Libre Franklin"/>
                <a:cs typeface="Libre Franklin"/>
                <a:sym typeface="Libre Franklin"/>
              </a:defRPr>
            </a:lvl2pPr>
            <a:lvl3pPr marR="0" lvl="2" algn="l" rtl="0">
              <a:spcBef>
                <a:spcPts val="0"/>
              </a:spcBef>
              <a:spcAft>
                <a:spcPts val="0"/>
              </a:spcAft>
              <a:buSzPts val="1400"/>
              <a:buNone/>
              <a:defRPr sz="1800" b="0" i="0" u="none" strike="noStrike" cap="none">
                <a:solidFill>
                  <a:schemeClr val="dk1"/>
                </a:solidFill>
                <a:latin typeface="Libre Franklin"/>
                <a:ea typeface="Libre Franklin"/>
                <a:cs typeface="Libre Franklin"/>
                <a:sym typeface="Libre Franklin"/>
              </a:defRPr>
            </a:lvl3pPr>
            <a:lvl4pPr marR="0" lvl="3" algn="l" rtl="0">
              <a:spcBef>
                <a:spcPts val="0"/>
              </a:spcBef>
              <a:spcAft>
                <a:spcPts val="0"/>
              </a:spcAft>
              <a:buSzPts val="1400"/>
              <a:buNone/>
              <a:defRPr sz="1800" b="0" i="0" u="none" strike="noStrike" cap="none">
                <a:solidFill>
                  <a:schemeClr val="dk1"/>
                </a:solidFill>
                <a:latin typeface="Libre Franklin"/>
                <a:ea typeface="Libre Franklin"/>
                <a:cs typeface="Libre Franklin"/>
                <a:sym typeface="Libre Franklin"/>
              </a:defRPr>
            </a:lvl4pPr>
            <a:lvl5pPr marR="0" lvl="4" algn="l" rtl="0">
              <a:spcBef>
                <a:spcPts val="0"/>
              </a:spcBef>
              <a:spcAft>
                <a:spcPts val="0"/>
              </a:spcAft>
              <a:buSzPts val="1400"/>
              <a:buNone/>
              <a:defRPr sz="1800" b="0" i="0" u="none" strike="noStrike" cap="none">
                <a:solidFill>
                  <a:schemeClr val="dk1"/>
                </a:solidFill>
                <a:latin typeface="Libre Franklin"/>
                <a:ea typeface="Libre Franklin"/>
                <a:cs typeface="Libre Franklin"/>
                <a:sym typeface="Libre Franklin"/>
              </a:defRPr>
            </a:lvl5pPr>
            <a:lvl6pPr marR="0" lvl="5" algn="l" rtl="0">
              <a:spcBef>
                <a:spcPts val="0"/>
              </a:spcBef>
              <a:spcAft>
                <a:spcPts val="0"/>
              </a:spcAft>
              <a:buSzPts val="1400"/>
              <a:buNone/>
              <a:defRPr sz="1800" b="0" i="0" u="none" strike="noStrike" cap="none">
                <a:solidFill>
                  <a:schemeClr val="dk1"/>
                </a:solidFill>
                <a:latin typeface="Libre Franklin"/>
                <a:ea typeface="Libre Franklin"/>
                <a:cs typeface="Libre Franklin"/>
                <a:sym typeface="Libre Franklin"/>
              </a:defRPr>
            </a:lvl6pPr>
            <a:lvl7pPr marR="0" lvl="6" algn="l" rtl="0">
              <a:spcBef>
                <a:spcPts val="0"/>
              </a:spcBef>
              <a:spcAft>
                <a:spcPts val="0"/>
              </a:spcAft>
              <a:buSzPts val="1400"/>
              <a:buNone/>
              <a:defRPr sz="1800" b="0" i="0" u="none" strike="noStrike" cap="none">
                <a:solidFill>
                  <a:schemeClr val="dk1"/>
                </a:solidFill>
                <a:latin typeface="Libre Franklin"/>
                <a:ea typeface="Libre Franklin"/>
                <a:cs typeface="Libre Franklin"/>
                <a:sym typeface="Libre Franklin"/>
              </a:defRPr>
            </a:lvl7pPr>
            <a:lvl8pPr marR="0" lvl="7" algn="l" rtl="0">
              <a:spcBef>
                <a:spcPts val="0"/>
              </a:spcBef>
              <a:spcAft>
                <a:spcPts val="0"/>
              </a:spcAft>
              <a:buSzPts val="1400"/>
              <a:buNone/>
              <a:defRPr sz="1800" b="0" i="0" u="none" strike="noStrike" cap="none">
                <a:solidFill>
                  <a:schemeClr val="dk1"/>
                </a:solidFill>
                <a:latin typeface="Libre Franklin"/>
                <a:ea typeface="Libre Franklin"/>
                <a:cs typeface="Libre Franklin"/>
                <a:sym typeface="Libre Franklin"/>
              </a:defRPr>
            </a:lvl8pPr>
            <a:lvl9pPr marR="0" lvl="8" algn="l" rtl="0">
              <a:spcBef>
                <a:spcPts val="0"/>
              </a:spcBef>
              <a:spcAft>
                <a:spcPts val="0"/>
              </a:spcAft>
              <a:buSzPts val="1400"/>
              <a:buNone/>
              <a:defRPr sz="1800" b="0" i="0" u="none" strike="noStrike" cap="none">
                <a:solidFill>
                  <a:schemeClr val="dk1"/>
                </a:solidFill>
                <a:latin typeface="Libre Franklin"/>
                <a:ea typeface="Libre Franklin"/>
                <a:cs typeface="Libre Franklin"/>
                <a:sym typeface="Libre Franklin"/>
              </a:defRPr>
            </a:lvl9pPr>
          </a:lstStyle>
          <a:p>
            <a:endParaRPr/>
          </a:p>
        </p:txBody>
      </p:sp>
      <p:sp>
        <p:nvSpPr>
          <p:cNvPr id="104" name="Google Shape;104;p12"/>
          <p:cNvSpPr txBox="1">
            <a:spLocks noGrp="1"/>
          </p:cNvSpPr>
          <p:nvPr>
            <p:ph type="sldNum" idx="12"/>
          </p:nvPr>
        </p:nvSpPr>
        <p:spPr>
          <a:xfrm>
            <a:off x="10558300" y="6423914"/>
            <a:ext cx="10524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2"/>
        <p:cNvGrpSpPr/>
        <p:nvPr/>
      </p:nvGrpSpPr>
      <p:grpSpPr>
        <a:xfrm>
          <a:off x="0" y="0"/>
          <a:ext cx="0" cy="0"/>
          <a:chOff x="0" y="0"/>
          <a:chExt cx="0" cy="0"/>
        </a:xfrm>
      </p:grpSpPr>
      <p:sp>
        <p:nvSpPr>
          <p:cNvPr id="23" name="Google Shape;23;p1"/>
          <p:cNvSpPr txBox="1">
            <a:spLocks noGrp="1"/>
          </p:cNvSpPr>
          <p:nvPr>
            <p:ph type="title"/>
          </p:nvPr>
        </p:nvSpPr>
        <p:spPr>
          <a:xfrm>
            <a:off x="581192" y="705124"/>
            <a:ext cx="11029500" cy="557100"/>
          </a:xfrm>
          <a:prstGeom prst="rect">
            <a:avLst/>
          </a:prstGeom>
          <a:noFill/>
          <a:ln>
            <a:noFill/>
          </a:ln>
        </p:spPr>
        <p:txBody>
          <a:bodyPr spcFirstLastPara="1" wrap="square" lIns="91425" tIns="45700" rIns="91425" bIns="45700" anchor="b" anchorCtr="0">
            <a:normAutofit/>
          </a:bodyPr>
          <a:lstStyle>
            <a:lvl1pPr marR="0" lvl="0" algn="l" rtl="0">
              <a:lnSpc>
                <a:spcPct val="100000"/>
              </a:lnSpc>
              <a:spcBef>
                <a:spcPts val="0"/>
              </a:spcBef>
              <a:spcAft>
                <a:spcPts val="0"/>
              </a:spcAft>
              <a:buClr>
                <a:srgbClr val="3F3F3F"/>
              </a:buClr>
              <a:buSzPts val="2800"/>
              <a:buFont typeface="Franklin Gothic"/>
              <a:buNone/>
              <a:defRPr sz="2800" b="0" i="0" u="none" strike="noStrike" cap="none">
                <a:solidFill>
                  <a:srgbClr val="3F3F3F"/>
                </a:solidFill>
                <a:latin typeface="Franklin Gothic"/>
                <a:ea typeface="Franklin Gothic"/>
                <a:cs typeface="Franklin Gothic"/>
                <a:sym typeface="Franklin Gothic"/>
              </a:defRPr>
            </a:lvl1pPr>
            <a:lvl2pPr marR="0" lvl="1" algn="l" rtl="0">
              <a:spcBef>
                <a:spcPts val="0"/>
              </a:spcBef>
              <a:spcAft>
                <a:spcPts val="0"/>
              </a:spcAft>
              <a:buSzPts val="1400"/>
              <a:buNone/>
              <a:defRPr sz="1800" b="0" i="0" u="none" strike="noStrike" cap="none">
                <a:solidFill>
                  <a:schemeClr val="dk2"/>
                </a:solidFill>
              </a:defRPr>
            </a:lvl2pPr>
            <a:lvl3pPr marR="0" lvl="2" algn="l" rtl="0">
              <a:spcBef>
                <a:spcPts val="0"/>
              </a:spcBef>
              <a:spcAft>
                <a:spcPts val="0"/>
              </a:spcAft>
              <a:buSzPts val="1400"/>
              <a:buNone/>
              <a:defRPr sz="1800" b="0" i="0" u="none" strike="noStrike" cap="none">
                <a:solidFill>
                  <a:schemeClr val="dk2"/>
                </a:solidFill>
              </a:defRPr>
            </a:lvl3pPr>
            <a:lvl4pPr marR="0" lvl="3" algn="l" rtl="0">
              <a:spcBef>
                <a:spcPts val="0"/>
              </a:spcBef>
              <a:spcAft>
                <a:spcPts val="0"/>
              </a:spcAft>
              <a:buSzPts val="1400"/>
              <a:buNone/>
              <a:defRPr sz="1800" b="0" i="0" u="none" strike="noStrike" cap="none">
                <a:solidFill>
                  <a:schemeClr val="dk2"/>
                </a:solidFill>
              </a:defRPr>
            </a:lvl4pPr>
            <a:lvl5pPr marR="0" lvl="4" algn="l" rtl="0">
              <a:spcBef>
                <a:spcPts val="0"/>
              </a:spcBef>
              <a:spcAft>
                <a:spcPts val="0"/>
              </a:spcAft>
              <a:buSzPts val="1400"/>
              <a:buNone/>
              <a:defRPr sz="1800" b="0" i="0" u="none" strike="noStrike" cap="none">
                <a:solidFill>
                  <a:schemeClr val="dk2"/>
                </a:solidFill>
              </a:defRPr>
            </a:lvl5pPr>
            <a:lvl6pPr marR="0" lvl="5" algn="l" rtl="0">
              <a:spcBef>
                <a:spcPts val="0"/>
              </a:spcBef>
              <a:spcAft>
                <a:spcPts val="0"/>
              </a:spcAft>
              <a:buSzPts val="1400"/>
              <a:buNone/>
              <a:defRPr sz="1800" b="0" i="0" u="none" strike="noStrike" cap="none">
                <a:solidFill>
                  <a:schemeClr val="dk2"/>
                </a:solidFill>
              </a:defRPr>
            </a:lvl6pPr>
            <a:lvl7pPr marR="0" lvl="6" algn="l" rtl="0">
              <a:spcBef>
                <a:spcPts val="0"/>
              </a:spcBef>
              <a:spcAft>
                <a:spcPts val="0"/>
              </a:spcAft>
              <a:buSzPts val="1400"/>
              <a:buNone/>
              <a:defRPr sz="1800" b="0" i="0" u="none" strike="noStrike" cap="none">
                <a:solidFill>
                  <a:schemeClr val="dk2"/>
                </a:solidFill>
              </a:defRPr>
            </a:lvl7pPr>
            <a:lvl8pPr marR="0" lvl="7" algn="l" rtl="0">
              <a:spcBef>
                <a:spcPts val="0"/>
              </a:spcBef>
              <a:spcAft>
                <a:spcPts val="0"/>
              </a:spcAft>
              <a:buSzPts val="1400"/>
              <a:buNone/>
              <a:defRPr sz="1800" b="0" i="0" u="none" strike="noStrike" cap="none">
                <a:solidFill>
                  <a:schemeClr val="dk2"/>
                </a:solidFill>
              </a:defRPr>
            </a:lvl8pPr>
            <a:lvl9pPr marR="0" lvl="8" algn="l" rtl="0">
              <a:spcBef>
                <a:spcPts val="0"/>
              </a:spcBef>
              <a:spcAft>
                <a:spcPts val="0"/>
              </a:spcAft>
              <a:buSzPts val="1400"/>
              <a:buNone/>
              <a:defRPr sz="1800" b="0" i="0" u="none" strike="noStrike" cap="none">
                <a:solidFill>
                  <a:schemeClr val="dk2"/>
                </a:solidFill>
              </a:defRPr>
            </a:lvl9pPr>
          </a:lstStyle>
          <a:p>
            <a:endParaRPr/>
          </a:p>
        </p:txBody>
      </p:sp>
      <p:sp>
        <p:nvSpPr>
          <p:cNvPr id="24" name="Google Shape;24;p1"/>
          <p:cNvSpPr txBox="1">
            <a:spLocks noGrp="1"/>
          </p:cNvSpPr>
          <p:nvPr>
            <p:ph type="body" idx="1"/>
          </p:nvPr>
        </p:nvSpPr>
        <p:spPr>
          <a:xfrm>
            <a:off x="581192" y="1415198"/>
            <a:ext cx="11029500" cy="4572900"/>
          </a:xfrm>
          <a:prstGeom prst="rect">
            <a:avLst/>
          </a:prstGeom>
          <a:noFill/>
          <a:ln>
            <a:noFill/>
          </a:ln>
        </p:spPr>
        <p:txBody>
          <a:bodyPr spcFirstLastPara="1" wrap="square" lIns="91425" tIns="45700" rIns="91425" bIns="45700" anchor="ctr" anchorCtr="0">
            <a:normAutofit/>
          </a:bodyPr>
          <a:lstStyle>
            <a:lvl1pPr marL="457200" marR="0" lvl="0" indent="-327914" algn="l" rtl="0">
              <a:lnSpc>
                <a:spcPct val="110000"/>
              </a:lnSpc>
              <a:spcBef>
                <a:spcPts val="340"/>
              </a:spcBef>
              <a:spcAft>
                <a:spcPts val="0"/>
              </a:spcAft>
              <a:buClr>
                <a:schemeClr val="accent1"/>
              </a:buClr>
              <a:buSzPts val="1564"/>
              <a:buFont typeface="Noto Sans Symbols"/>
              <a:buChar char="◼"/>
              <a:defRPr sz="1700" b="0" i="0" u="none" strike="noStrike" cap="none">
                <a:solidFill>
                  <a:srgbClr val="3F3F3F"/>
                </a:solidFill>
                <a:latin typeface="Libre Franklin"/>
                <a:ea typeface="Libre Franklin"/>
                <a:cs typeface="Libre Franklin"/>
                <a:sym typeface="Libre Franklin"/>
              </a:defRPr>
            </a:lvl1pPr>
            <a:lvl2pPr marL="914400" marR="0" lvl="1" indent="-310387" algn="l" rtl="0">
              <a:spcBef>
                <a:spcPts val="600"/>
              </a:spcBef>
              <a:spcAft>
                <a:spcPts val="0"/>
              </a:spcAft>
              <a:buClr>
                <a:schemeClr val="accent1"/>
              </a:buClr>
              <a:buSzPts val="1288"/>
              <a:buFont typeface="Noto Sans Symbols"/>
              <a:buChar char="◼"/>
              <a:defRPr sz="1400" b="0" i="0" u="none" strike="noStrike" cap="none">
                <a:solidFill>
                  <a:srgbClr val="3F3F3F"/>
                </a:solidFill>
                <a:latin typeface="Libre Franklin"/>
                <a:ea typeface="Libre Franklin"/>
                <a:cs typeface="Libre Franklin"/>
                <a:sym typeface="Libre Franklin"/>
              </a:defRPr>
            </a:lvl2pPr>
            <a:lvl3pPr marL="1371600" marR="0" lvl="2" indent="-304546" algn="l" rtl="0">
              <a:spcBef>
                <a:spcPts val="600"/>
              </a:spcBef>
              <a:spcAft>
                <a:spcPts val="0"/>
              </a:spcAft>
              <a:buClr>
                <a:schemeClr val="accent1"/>
              </a:buClr>
              <a:buSzPts val="1196"/>
              <a:buFont typeface="Noto Sans Symbols"/>
              <a:buChar char="◼"/>
              <a:defRPr sz="1300" b="0" i="0" u="none" strike="noStrike" cap="none">
                <a:solidFill>
                  <a:srgbClr val="3F3F3F"/>
                </a:solidFill>
                <a:latin typeface="Libre Franklin"/>
                <a:ea typeface="Libre Franklin"/>
                <a:cs typeface="Libre Franklin"/>
                <a:sym typeface="Libre Franklin"/>
              </a:defRPr>
            </a:lvl3pPr>
            <a:lvl4pPr marL="1828800" marR="0" lvl="3" indent="-292861" algn="l" rtl="0">
              <a:spcBef>
                <a:spcPts val="600"/>
              </a:spcBef>
              <a:spcAft>
                <a:spcPts val="0"/>
              </a:spcAft>
              <a:buClr>
                <a:schemeClr val="accent1"/>
              </a:buClr>
              <a:buSzPts val="1012"/>
              <a:buFont typeface="Noto Sans Symbols"/>
              <a:buChar char="◼"/>
              <a:defRPr sz="1100" b="0" i="0" u="none" strike="noStrike" cap="none">
                <a:solidFill>
                  <a:srgbClr val="3F3F3F"/>
                </a:solidFill>
                <a:latin typeface="Libre Franklin"/>
                <a:ea typeface="Libre Franklin"/>
                <a:cs typeface="Libre Franklin"/>
                <a:sym typeface="Libre Franklin"/>
              </a:defRPr>
            </a:lvl4pPr>
            <a:lvl5pPr marL="2286000" marR="0" lvl="4" indent="-292861" algn="l" rtl="0">
              <a:spcBef>
                <a:spcPts val="600"/>
              </a:spcBef>
              <a:spcAft>
                <a:spcPts val="0"/>
              </a:spcAft>
              <a:buClr>
                <a:schemeClr val="accent1"/>
              </a:buClr>
              <a:buSzPts val="1012"/>
              <a:buFont typeface="Noto Sans Symbols"/>
              <a:buChar char="◼"/>
              <a:defRPr sz="1100" b="0" i="0" u="none" strike="noStrike" cap="none">
                <a:solidFill>
                  <a:srgbClr val="3F3F3F"/>
                </a:solidFill>
                <a:latin typeface="Libre Franklin"/>
                <a:ea typeface="Libre Franklin"/>
                <a:cs typeface="Libre Franklin"/>
                <a:sym typeface="Libre Franklin"/>
              </a:defRPr>
            </a:lvl5pPr>
            <a:lvl6pPr marL="2743200" marR="0" lvl="5" indent="-298704" algn="l" rtl="0">
              <a:spcBef>
                <a:spcPts val="600"/>
              </a:spcBef>
              <a:spcAft>
                <a:spcPts val="0"/>
              </a:spcAft>
              <a:buClr>
                <a:schemeClr val="accent2"/>
              </a:buClr>
              <a:buSzPts val="1104"/>
              <a:buFont typeface="Noto Sans Symbols"/>
              <a:buChar char="◼"/>
              <a:defRPr sz="1200" b="0" i="0" u="none" strike="noStrike" cap="none">
                <a:solidFill>
                  <a:schemeClr val="dk2"/>
                </a:solidFill>
                <a:latin typeface="Libre Franklin"/>
                <a:ea typeface="Libre Franklin"/>
                <a:cs typeface="Libre Franklin"/>
                <a:sym typeface="Libre Franklin"/>
              </a:defRPr>
            </a:lvl6pPr>
            <a:lvl7pPr marL="3200400" marR="0" lvl="6" indent="-298704" algn="l" rtl="0">
              <a:spcBef>
                <a:spcPts val="600"/>
              </a:spcBef>
              <a:spcAft>
                <a:spcPts val="0"/>
              </a:spcAft>
              <a:buClr>
                <a:schemeClr val="accent2"/>
              </a:buClr>
              <a:buSzPts val="1104"/>
              <a:buFont typeface="Noto Sans Symbols"/>
              <a:buChar char="◼"/>
              <a:defRPr sz="1200" b="0" i="0" u="none" strike="noStrike" cap="none">
                <a:solidFill>
                  <a:schemeClr val="dk2"/>
                </a:solidFill>
                <a:latin typeface="Libre Franklin"/>
                <a:ea typeface="Libre Franklin"/>
                <a:cs typeface="Libre Franklin"/>
                <a:sym typeface="Libre Franklin"/>
              </a:defRPr>
            </a:lvl7pPr>
            <a:lvl8pPr marL="3657600" marR="0" lvl="7" indent="-298703" algn="l" rtl="0">
              <a:spcBef>
                <a:spcPts val="600"/>
              </a:spcBef>
              <a:spcAft>
                <a:spcPts val="0"/>
              </a:spcAft>
              <a:buClr>
                <a:schemeClr val="accent2"/>
              </a:buClr>
              <a:buSzPts val="1104"/>
              <a:buFont typeface="Noto Sans Symbols"/>
              <a:buChar char="◼"/>
              <a:defRPr sz="1200" b="0" i="0" u="none" strike="noStrike" cap="none">
                <a:solidFill>
                  <a:schemeClr val="dk2"/>
                </a:solidFill>
                <a:latin typeface="Libre Franklin"/>
                <a:ea typeface="Libre Franklin"/>
                <a:cs typeface="Libre Franklin"/>
                <a:sym typeface="Libre Franklin"/>
              </a:defRPr>
            </a:lvl8pPr>
            <a:lvl9pPr marL="4114800" marR="0" lvl="8" indent="-298703" algn="l" rtl="0">
              <a:spcBef>
                <a:spcPts val="600"/>
              </a:spcBef>
              <a:spcAft>
                <a:spcPts val="600"/>
              </a:spcAft>
              <a:buClr>
                <a:schemeClr val="accent2"/>
              </a:buClr>
              <a:buSzPts val="1104"/>
              <a:buFont typeface="Noto Sans Symbols"/>
              <a:buChar char="◼"/>
              <a:defRPr sz="1200" b="0" i="0" u="none" strike="noStrike" cap="none">
                <a:solidFill>
                  <a:schemeClr val="dk2"/>
                </a:solidFill>
                <a:latin typeface="Libre Franklin"/>
                <a:ea typeface="Libre Franklin"/>
                <a:cs typeface="Libre Franklin"/>
                <a:sym typeface="Libre Franklin"/>
              </a:defRPr>
            </a:lvl9pPr>
          </a:lstStyle>
          <a:p>
            <a:endParaRPr/>
          </a:p>
        </p:txBody>
      </p:sp>
      <p:sp>
        <p:nvSpPr>
          <p:cNvPr id="25" name="Google Shape;25;p1"/>
          <p:cNvSpPr txBox="1">
            <a:spLocks noGrp="1"/>
          </p:cNvSpPr>
          <p:nvPr>
            <p:ph type="dt" idx="10"/>
          </p:nvPr>
        </p:nvSpPr>
        <p:spPr>
          <a:xfrm>
            <a:off x="7605951" y="6423914"/>
            <a:ext cx="2844900" cy="365100"/>
          </a:xfrm>
          <a:prstGeom prst="rect">
            <a:avLst/>
          </a:prstGeom>
          <a:noFill/>
          <a:ln>
            <a:noFill/>
          </a:ln>
        </p:spPr>
        <p:txBody>
          <a:bodyPr spcFirstLastPara="1" wrap="square" lIns="91425" tIns="45700" rIns="91425" bIns="45700" anchor="ctr" anchorCtr="0">
            <a:noAutofit/>
          </a:bodyPr>
          <a:lstStyle>
            <a:lvl1pPr marR="0" lvl="0" algn="r" rtl="0">
              <a:spcBef>
                <a:spcPts val="0"/>
              </a:spcBef>
              <a:spcAft>
                <a:spcPts val="0"/>
              </a:spcAft>
              <a:buSzPts val="1400"/>
              <a:buNone/>
              <a:defRPr sz="900" b="0" i="0" u="none" strike="noStrike" cap="none">
                <a:solidFill>
                  <a:srgbClr val="3F3F3F"/>
                </a:solidFill>
                <a:latin typeface="Libre Franklin"/>
                <a:ea typeface="Libre Franklin"/>
                <a:cs typeface="Libre Franklin"/>
                <a:sym typeface="Libre Franklin"/>
              </a:defRPr>
            </a:lvl1pPr>
            <a:lvl2pPr marR="0" lvl="1" algn="l" rtl="0">
              <a:spcBef>
                <a:spcPts val="0"/>
              </a:spcBef>
              <a:spcAft>
                <a:spcPts val="0"/>
              </a:spcAft>
              <a:buSzPts val="1400"/>
              <a:buNone/>
              <a:defRPr sz="1800" b="0" i="0" u="none" strike="noStrike" cap="none">
                <a:solidFill>
                  <a:schemeClr val="dk1"/>
                </a:solidFill>
                <a:latin typeface="Libre Franklin"/>
                <a:ea typeface="Libre Franklin"/>
                <a:cs typeface="Libre Franklin"/>
                <a:sym typeface="Libre Franklin"/>
              </a:defRPr>
            </a:lvl2pPr>
            <a:lvl3pPr marR="0" lvl="2" algn="l" rtl="0">
              <a:spcBef>
                <a:spcPts val="0"/>
              </a:spcBef>
              <a:spcAft>
                <a:spcPts val="0"/>
              </a:spcAft>
              <a:buSzPts val="1400"/>
              <a:buNone/>
              <a:defRPr sz="1800" b="0" i="0" u="none" strike="noStrike" cap="none">
                <a:solidFill>
                  <a:schemeClr val="dk1"/>
                </a:solidFill>
                <a:latin typeface="Libre Franklin"/>
                <a:ea typeface="Libre Franklin"/>
                <a:cs typeface="Libre Franklin"/>
                <a:sym typeface="Libre Franklin"/>
              </a:defRPr>
            </a:lvl3pPr>
            <a:lvl4pPr marR="0" lvl="3" algn="l" rtl="0">
              <a:spcBef>
                <a:spcPts val="0"/>
              </a:spcBef>
              <a:spcAft>
                <a:spcPts val="0"/>
              </a:spcAft>
              <a:buSzPts val="1400"/>
              <a:buNone/>
              <a:defRPr sz="1800" b="0" i="0" u="none" strike="noStrike" cap="none">
                <a:solidFill>
                  <a:schemeClr val="dk1"/>
                </a:solidFill>
                <a:latin typeface="Libre Franklin"/>
                <a:ea typeface="Libre Franklin"/>
                <a:cs typeface="Libre Franklin"/>
                <a:sym typeface="Libre Franklin"/>
              </a:defRPr>
            </a:lvl4pPr>
            <a:lvl5pPr marR="0" lvl="4" algn="l" rtl="0">
              <a:spcBef>
                <a:spcPts val="0"/>
              </a:spcBef>
              <a:spcAft>
                <a:spcPts val="0"/>
              </a:spcAft>
              <a:buSzPts val="1400"/>
              <a:buNone/>
              <a:defRPr sz="1800" b="0" i="0" u="none" strike="noStrike" cap="none">
                <a:solidFill>
                  <a:schemeClr val="dk1"/>
                </a:solidFill>
                <a:latin typeface="Libre Franklin"/>
                <a:ea typeface="Libre Franklin"/>
                <a:cs typeface="Libre Franklin"/>
                <a:sym typeface="Libre Franklin"/>
              </a:defRPr>
            </a:lvl5pPr>
            <a:lvl6pPr marR="0" lvl="5" algn="l" rtl="0">
              <a:spcBef>
                <a:spcPts val="0"/>
              </a:spcBef>
              <a:spcAft>
                <a:spcPts val="0"/>
              </a:spcAft>
              <a:buSzPts val="1400"/>
              <a:buNone/>
              <a:defRPr sz="1800" b="0" i="0" u="none" strike="noStrike" cap="none">
                <a:solidFill>
                  <a:schemeClr val="dk1"/>
                </a:solidFill>
                <a:latin typeface="Libre Franklin"/>
                <a:ea typeface="Libre Franklin"/>
                <a:cs typeface="Libre Franklin"/>
                <a:sym typeface="Libre Franklin"/>
              </a:defRPr>
            </a:lvl6pPr>
            <a:lvl7pPr marR="0" lvl="6" algn="l" rtl="0">
              <a:spcBef>
                <a:spcPts val="0"/>
              </a:spcBef>
              <a:spcAft>
                <a:spcPts val="0"/>
              </a:spcAft>
              <a:buSzPts val="1400"/>
              <a:buNone/>
              <a:defRPr sz="1800" b="0" i="0" u="none" strike="noStrike" cap="none">
                <a:solidFill>
                  <a:schemeClr val="dk1"/>
                </a:solidFill>
                <a:latin typeface="Libre Franklin"/>
                <a:ea typeface="Libre Franklin"/>
                <a:cs typeface="Libre Franklin"/>
                <a:sym typeface="Libre Franklin"/>
              </a:defRPr>
            </a:lvl7pPr>
            <a:lvl8pPr marR="0" lvl="7" algn="l" rtl="0">
              <a:spcBef>
                <a:spcPts val="0"/>
              </a:spcBef>
              <a:spcAft>
                <a:spcPts val="0"/>
              </a:spcAft>
              <a:buSzPts val="1400"/>
              <a:buNone/>
              <a:defRPr sz="1800" b="0" i="0" u="none" strike="noStrike" cap="none">
                <a:solidFill>
                  <a:schemeClr val="dk1"/>
                </a:solidFill>
                <a:latin typeface="Libre Franklin"/>
                <a:ea typeface="Libre Franklin"/>
                <a:cs typeface="Libre Franklin"/>
                <a:sym typeface="Libre Franklin"/>
              </a:defRPr>
            </a:lvl8pPr>
            <a:lvl9pPr marR="0" lvl="8" algn="l" rtl="0">
              <a:spcBef>
                <a:spcPts val="0"/>
              </a:spcBef>
              <a:spcAft>
                <a:spcPts val="0"/>
              </a:spcAft>
              <a:buSzPts val="1400"/>
              <a:buNone/>
              <a:defRPr sz="1800" b="0" i="0" u="none" strike="noStrike" cap="none">
                <a:solidFill>
                  <a:schemeClr val="dk1"/>
                </a:solidFill>
                <a:latin typeface="Libre Franklin"/>
                <a:ea typeface="Libre Franklin"/>
                <a:cs typeface="Libre Franklin"/>
                <a:sym typeface="Libre Franklin"/>
              </a:defRPr>
            </a:lvl9pPr>
          </a:lstStyle>
          <a:p>
            <a:endParaRPr/>
          </a:p>
        </p:txBody>
      </p:sp>
      <p:sp>
        <p:nvSpPr>
          <p:cNvPr id="26" name="Google Shape;26;p1"/>
          <p:cNvSpPr txBox="1">
            <a:spLocks noGrp="1"/>
          </p:cNvSpPr>
          <p:nvPr>
            <p:ph type="sldNum" idx="12"/>
          </p:nvPr>
        </p:nvSpPr>
        <p:spPr>
          <a:xfrm>
            <a:off x="10558300" y="6423914"/>
            <a:ext cx="10524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3F3F3F"/>
                </a:solidFill>
                <a:latin typeface="Libre Franklin"/>
                <a:ea typeface="Libre Franklin"/>
                <a:cs typeface="Libre Franklin"/>
                <a:sym typeface="Libre Franklin"/>
              </a:defRPr>
            </a:lvl1pPr>
            <a:lvl2pPr marL="0" marR="0" lvl="1" indent="0" algn="r" rtl="0">
              <a:spcBef>
                <a:spcPts val="0"/>
              </a:spcBef>
              <a:buNone/>
              <a:defRPr sz="900" b="0" i="0" u="none" strike="noStrike" cap="none">
                <a:solidFill>
                  <a:srgbClr val="3F3F3F"/>
                </a:solidFill>
                <a:latin typeface="Libre Franklin"/>
                <a:ea typeface="Libre Franklin"/>
                <a:cs typeface="Libre Franklin"/>
                <a:sym typeface="Libre Franklin"/>
              </a:defRPr>
            </a:lvl2pPr>
            <a:lvl3pPr marL="0" marR="0" lvl="2" indent="0" algn="r" rtl="0">
              <a:spcBef>
                <a:spcPts val="0"/>
              </a:spcBef>
              <a:buNone/>
              <a:defRPr sz="900" b="0" i="0" u="none" strike="noStrike" cap="none">
                <a:solidFill>
                  <a:srgbClr val="3F3F3F"/>
                </a:solidFill>
                <a:latin typeface="Libre Franklin"/>
                <a:ea typeface="Libre Franklin"/>
                <a:cs typeface="Libre Franklin"/>
                <a:sym typeface="Libre Franklin"/>
              </a:defRPr>
            </a:lvl3pPr>
            <a:lvl4pPr marL="0" marR="0" lvl="3" indent="0" algn="r" rtl="0">
              <a:spcBef>
                <a:spcPts val="0"/>
              </a:spcBef>
              <a:buNone/>
              <a:defRPr sz="900" b="0" i="0" u="none" strike="noStrike" cap="none">
                <a:solidFill>
                  <a:srgbClr val="3F3F3F"/>
                </a:solidFill>
                <a:latin typeface="Libre Franklin"/>
                <a:ea typeface="Libre Franklin"/>
                <a:cs typeface="Libre Franklin"/>
                <a:sym typeface="Libre Franklin"/>
              </a:defRPr>
            </a:lvl4pPr>
            <a:lvl5pPr marL="0" marR="0" lvl="4" indent="0" algn="r" rtl="0">
              <a:spcBef>
                <a:spcPts val="0"/>
              </a:spcBef>
              <a:buNone/>
              <a:defRPr sz="900" b="0" i="0" u="none" strike="noStrike" cap="none">
                <a:solidFill>
                  <a:srgbClr val="3F3F3F"/>
                </a:solidFill>
                <a:latin typeface="Libre Franklin"/>
                <a:ea typeface="Libre Franklin"/>
                <a:cs typeface="Libre Franklin"/>
                <a:sym typeface="Libre Franklin"/>
              </a:defRPr>
            </a:lvl5pPr>
            <a:lvl6pPr marL="0" marR="0" lvl="5" indent="0" algn="r" rtl="0">
              <a:spcBef>
                <a:spcPts val="0"/>
              </a:spcBef>
              <a:buNone/>
              <a:defRPr sz="900" b="0" i="0" u="none" strike="noStrike" cap="none">
                <a:solidFill>
                  <a:srgbClr val="3F3F3F"/>
                </a:solidFill>
                <a:latin typeface="Libre Franklin"/>
                <a:ea typeface="Libre Franklin"/>
                <a:cs typeface="Libre Franklin"/>
                <a:sym typeface="Libre Franklin"/>
              </a:defRPr>
            </a:lvl6pPr>
            <a:lvl7pPr marL="0" marR="0" lvl="6" indent="0" algn="r" rtl="0">
              <a:spcBef>
                <a:spcPts val="0"/>
              </a:spcBef>
              <a:buNone/>
              <a:defRPr sz="900" b="0" i="0" u="none" strike="noStrike" cap="none">
                <a:solidFill>
                  <a:srgbClr val="3F3F3F"/>
                </a:solidFill>
                <a:latin typeface="Libre Franklin"/>
                <a:ea typeface="Libre Franklin"/>
                <a:cs typeface="Libre Franklin"/>
                <a:sym typeface="Libre Franklin"/>
              </a:defRPr>
            </a:lvl7pPr>
            <a:lvl8pPr marL="0" marR="0" lvl="7" indent="0" algn="r" rtl="0">
              <a:spcBef>
                <a:spcPts val="0"/>
              </a:spcBef>
              <a:buNone/>
              <a:defRPr sz="900" b="0" i="0" u="none" strike="noStrike" cap="none">
                <a:solidFill>
                  <a:srgbClr val="3F3F3F"/>
                </a:solidFill>
                <a:latin typeface="Libre Franklin"/>
                <a:ea typeface="Libre Franklin"/>
                <a:cs typeface="Libre Franklin"/>
                <a:sym typeface="Libre Franklin"/>
              </a:defRPr>
            </a:lvl8pPr>
            <a:lvl9pPr marL="0" marR="0" lvl="8" indent="0" algn="r" rtl="0">
              <a:spcBef>
                <a:spcPts val="0"/>
              </a:spcBef>
              <a:buNone/>
              <a:defRPr sz="900" b="0" i="0" u="none" strike="noStrike" cap="none">
                <a:solidFill>
                  <a:srgbClr val="3F3F3F"/>
                </a:solidFill>
                <a:latin typeface="Libre Franklin"/>
                <a:ea typeface="Libre Franklin"/>
                <a:cs typeface="Libre Franklin"/>
                <a:sym typeface="Libre Franklin"/>
              </a:defRPr>
            </a:lvl9pPr>
          </a:lstStyle>
          <a:p>
            <a:pPr marL="0" lvl="0" indent="0" algn="r" rtl="0">
              <a:spcBef>
                <a:spcPts val="0"/>
              </a:spcBef>
              <a:spcAft>
                <a:spcPts val="0"/>
              </a:spcAft>
              <a:buNone/>
            </a:pPr>
            <a:fld id="{00000000-1234-1234-1234-123412341234}" type="slidenum">
              <a:rPr lang="en-US"/>
              <a:t>‹#›</a:t>
            </a:fld>
            <a:endParaRPr/>
          </a:p>
        </p:txBody>
      </p:sp>
      <p:sp>
        <p:nvSpPr>
          <p:cNvPr id="27" name="Google Shape;27;p1"/>
          <p:cNvSpPr/>
          <p:nvPr/>
        </p:nvSpPr>
        <p:spPr>
          <a:xfrm>
            <a:off x="446534" y="457200"/>
            <a:ext cx="3703200" cy="95100"/>
          </a:xfrm>
          <a:prstGeom prst="rect">
            <a:avLst/>
          </a:prstGeom>
          <a:solidFill>
            <a:srgbClr val="4653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1"/>
          <p:cNvSpPr/>
          <p:nvPr/>
        </p:nvSpPr>
        <p:spPr>
          <a:xfrm>
            <a:off x="8042147" y="453643"/>
            <a:ext cx="3703200" cy="98700"/>
          </a:xfrm>
          <a:prstGeom prst="rect">
            <a:avLst/>
          </a:prstGeom>
          <a:solidFill>
            <a:srgbClr val="969FA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1"/>
          <p:cNvSpPr/>
          <p:nvPr/>
        </p:nvSpPr>
        <p:spPr>
          <a:xfrm>
            <a:off x="4241830" y="457200"/>
            <a:ext cx="3703200" cy="915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0" name="Google Shape;30;p1" descr="Logo&#10;&#10;Description automatically generated"/>
          <p:cNvPicPr preferRelativeResize="0"/>
          <p:nvPr/>
        </p:nvPicPr>
        <p:blipFill rotWithShape="1">
          <a:blip r:embed="rId13">
            <a:alphaModFix/>
          </a:blip>
          <a:srcRect/>
          <a:stretch/>
        </p:blipFill>
        <p:spPr>
          <a:xfrm>
            <a:off x="10485003" y="6437910"/>
            <a:ext cx="1125804" cy="365126"/>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13"/>
          <p:cNvSpPr txBox="1">
            <a:spLocks noGrp="1"/>
          </p:cNvSpPr>
          <p:nvPr>
            <p:ph type="ctrTitle"/>
          </p:nvPr>
        </p:nvSpPr>
        <p:spPr>
          <a:xfrm>
            <a:off x="1359108" y="1821635"/>
            <a:ext cx="9144000" cy="977700"/>
          </a:xfrm>
          <a:prstGeom prst="rect">
            <a:avLst/>
          </a:prstGeom>
          <a:noFill/>
          <a:ln>
            <a:noFill/>
          </a:ln>
        </p:spPr>
        <p:txBody>
          <a:bodyPr spcFirstLastPara="1" wrap="square" lIns="91425" tIns="45700" rIns="91425" bIns="45700" anchor="b" anchorCtr="0">
            <a:normAutofit fontScale="90000"/>
          </a:bodyPr>
          <a:lstStyle/>
          <a:p>
            <a:pPr marL="0" lvl="0" indent="0" algn="ctr" rtl="0">
              <a:lnSpc>
                <a:spcPct val="100000"/>
              </a:lnSpc>
              <a:spcBef>
                <a:spcPts val="0"/>
              </a:spcBef>
              <a:spcAft>
                <a:spcPts val="0"/>
              </a:spcAft>
              <a:buClr>
                <a:schemeClr val="accent1"/>
              </a:buClr>
              <a:buSzPct val="100000"/>
              <a:buFont typeface="Franklin Gothic"/>
              <a:buNone/>
            </a:pPr>
            <a:r>
              <a:rPr lang="en-US">
                <a:solidFill>
                  <a:schemeClr val="accent1"/>
                </a:solidFill>
              </a:rPr>
              <a:t>PREDICTING ELIGIBILITY FOR SOCIAL WELFARE SCHEMES USING MACHINE LEARNING </a:t>
            </a:r>
            <a:endParaRPr b="1">
              <a:solidFill>
                <a:schemeClr val="accent1"/>
              </a:solidFill>
              <a:latin typeface="Arial"/>
              <a:ea typeface="Arial"/>
              <a:cs typeface="Arial"/>
              <a:sym typeface="Arial"/>
            </a:endParaRPr>
          </a:p>
        </p:txBody>
      </p:sp>
      <p:sp>
        <p:nvSpPr>
          <p:cNvPr id="110" name="Google Shape;110;p13"/>
          <p:cNvSpPr txBox="1"/>
          <p:nvPr/>
        </p:nvSpPr>
        <p:spPr>
          <a:xfrm>
            <a:off x="-329782" y="1034321"/>
            <a:ext cx="12726600" cy="5847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200" b="1" i="0" u="none" strike="noStrike" cap="none">
                <a:solidFill>
                  <a:srgbClr val="1482AB"/>
                </a:solidFill>
                <a:latin typeface="Arial"/>
                <a:ea typeface="Arial"/>
                <a:cs typeface="Arial"/>
                <a:sym typeface="Arial"/>
              </a:rPr>
              <a:t>AI/ML PROJECT</a:t>
            </a:r>
            <a:endParaRPr/>
          </a:p>
        </p:txBody>
      </p:sp>
      <p:sp>
        <p:nvSpPr>
          <p:cNvPr id="111" name="Google Shape;111;p13"/>
          <p:cNvSpPr txBox="1"/>
          <p:nvPr/>
        </p:nvSpPr>
        <p:spPr>
          <a:xfrm>
            <a:off x="3117529" y="4586365"/>
            <a:ext cx="7980300" cy="708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i="0" u="none" strike="noStrike" cap="none" dirty="0">
                <a:solidFill>
                  <a:srgbClr val="1482AB"/>
                </a:solidFill>
                <a:latin typeface="Arial"/>
                <a:ea typeface="Arial"/>
                <a:cs typeface="Arial"/>
                <a:sym typeface="Arial"/>
              </a:rPr>
              <a:t>Presented By:</a:t>
            </a:r>
            <a:endParaRPr dirty="0"/>
          </a:p>
          <a:p>
            <a:pPr marL="0" marR="0" lvl="0" indent="0" algn="l" rtl="0">
              <a:spcBef>
                <a:spcPts val="0"/>
              </a:spcBef>
              <a:spcAft>
                <a:spcPts val="0"/>
              </a:spcAft>
              <a:buNone/>
            </a:pPr>
            <a:r>
              <a:rPr lang="en-US" sz="2000" b="1" dirty="0">
                <a:solidFill>
                  <a:srgbClr val="1482AB"/>
                </a:solidFill>
                <a:latin typeface="Arial"/>
                <a:ea typeface="Arial"/>
                <a:cs typeface="Arial"/>
                <a:sym typeface="Arial"/>
              </a:rPr>
              <a:t>1. Shiv </a:t>
            </a:r>
            <a:r>
              <a:rPr lang="en-US" sz="2000" b="1" dirty="0" err="1">
                <a:solidFill>
                  <a:srgbClr val="1482AB"/>
                </a:solidFill>
                <a:latin typeface="Arial"/>
                <a:ea typeface="Arial"/>
                <a:cs typeface="Arial"/>
                <a:sym typeface="Arial"/>
              </a:rPr>
              <a:t>Sonker</a:t>
            </a:r>
            <a:r>
              <a:rPr lang="en-US" sz="2000" b="1" dirty="0">
                <a:solidFill>
                  <a:srgbClr val="1482AB"/>
                </a:solidFill>
                <a:latin typeface="Arial"/>
                <a:ea typeface="Arial"/>
                <a:cs typeface="Arial"/>
                <a:sym typeface="Arial"/>
              </a:rPr>
              <a:t>-Haridwar University-CSE</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Google Shape;116;p14"/>
          <p:cNvSpPr txBox="1">
            <a:spLocks noGrp="1"/>
          </p:cNvSpPr>
          <p:nvPr>
            <p:ph type="title"/>
          </p:nvPr>
        </p:nvSpPr>
        <p:spPr>
          <a:xfrm>
            <a:off x="849573" y="558468"/>
            <a:ext cx="10515600" cy="1325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rgbClr val="002060"/>
              </a:buClr>
              <a:buSzPts val="2800"/>
              <a:buFont typeface="Arial"/>
              <a:buNone/>
            </a:pPr>
            <a:r>
              <a:rPr lang="en-US" b="1">
                <a:solidFill>
                  <a:srgbClr val="002060"/>
                </a:solidFill>
                <a:latin typeface="Arial"/>
                <a:ea typeface="Arial"/>
                <a:cs typeface="Arial"/>
                <a:sym typeface="Arial"/>
              </a:rPr>
              <a:t>OUTLINE</a:t>
            </a:r>
            <a:endParaRPr/>
          </a:p>
        </p:txBody>
      </p:sp>
      <p:sp>
        <p:nvSpPr>
          <p:cNvPr id="117" name="Google Shape;117;p14"/>
          <p:cNvSpPr txBox="1">
            <a:spLocks noGrp="1"/>
          </p:cNvSpPr>
          <p:nvPr>
            <p:ph type="body" idx="1"/>
          </p:nvPr>
        </p:nvSpPr>
        <p:spPr>
          <a:xfrm>
            <a:off x="838200" y="1618938"/>
            <a:ext cx="11019000" cy="5239200"/>
          </a:xfrm>
          <a:prstGeom prst="rect">
            <a:avLst/>
          </a:prstGeom>
          <a:noFill/>
          <a:ln>
            <a:noFill/>
          </a:ln>
        </p:spPr>
        <p:txBody>
          <a:bodyPr spcFirstLastPara="1" wrap="square" lIns="91425" tIns="45700" rIns="91425" bIns="45700" anchor="t" anchorCtr="0">
            <a:noAutofit/>
          </a:bodyPr>
          <a:lstStyle/>
          <a:p>
            <a:pPr marL="0" lvl="0" indent="0" algn="l" rtl="0">
              <a:lnSpc>
                <a:spcPct val="110000"/>
              </a:lnSpc>
              <a:spcBef>
                <a:spcPts val="0"/>
              </a:spcBef>
              <a:spcAft>
                <a:spcPts val="0"/>
              </a:spcAft>
              <a:buSzPts val="1840"/>
              <a:buNone/>
            </a:pPr>
            <a:r>
              <a:rPr lang="en-US" sz="2000" b="1">
                <a:latin typeface="Arial"/>
                <a:ea typeface="Arial"/>
                <a:cs typeface="Arial"/>
                <a:sym typeface="Arial"/>
              </a:rPr>
              <a:t>  </a:t>
            </a:r>
            <a:endParaRPr>
              <a:latin typeface="Arial"/>
              <a:ea typeface="Arial"/>
              <a:cs typeface="Arial"/>
              <a:sym typeface="Arial"/>
            </a:endParaRPr>
          </a:p>
          <a:p>
            <a:pPr marL="305435" lvl="0" indent="-305435" algn="l" rtl="0">
              <a:lnSpc>
                <a:spcPct val="110000"/>
              </a:lnSpc>
              <a:spcBef>
                <a:spcPts val="1000"/>
              </a:spcBef>
              <a:spcAft>
                <a:spcPts val="0"/>
              </a:spcAft>
              <a:buSzPts val="1840"/>
              <a:buChar char="◼"/>
            </a:pPr>
            <a:r>
              <a:rPr lang="en-US" sz="2000" b="1">
                <a:latin typeface="Arial"/>
                <a:ea typeface="Arial"/>
                <a:cs typeface="Arial"/>
                <a:sym typeface="Arial"/>
              </a:rPr>
              <a:t>Problem Statement </a:t>
            </a:r>
            <a:r>
              <a:rPr lang="en-US" sz="2000">
                <a:latin typeface="Arial"/>
                <a:ea typeface="Arial"/>
                <a:cs typeface="Arial"/>
                <a:sym typeface="Arial"/>
              </a:rPr>
              <a:t>(Should not include solution)</a:t>
            </a:r>
            <a:endParaRPr>
              <a:latin typeface="Arial"/>
              <a:ea typeface="Arial"/>
              <a:cs typeface="Arial"/>
              <a:sym typeface="Arial"/>
            </a:endParaRPr>
          </a:p>
          <a:p>
            <a:pPr marL="305435" lvl="0" indent="-305435" algn="l" rtl="0">
              <a:lnSpc>
                <a:spcPct val="110000"/>
              </a:lnSpc>
              <a:spcBef>
                <a:spcPts val="1000"/>
              </a:spcBef>
              <a:spcAft>
                <a:spcPts val="0"/>
              </a:spcAft>
              <a:buSzPts val="1840"/>
              <a:buChar char="◼"/>
            </a:pPr>
            <a:r>
              <a:rPr lang="en-US" sz="2000" b="1">
                <a:latin typeface="Arial"/>
                <a:ea typeface="Arial"/>
                <a:cs typeface="Arial"/>
                <a:sym typeface="Arial"/>
              </a:rPr>
              <a:t>Proposed System/Solution</a:t>
            </a:r>
            <a:endParaRPr>
              <a:latin typeface="Arial"/>
              <a:ea typeface="Arial"/>
              <a:cs typeface="Arial"/>
              <a:sym typeface="Arial"/>
            </a:endParaRPr>
          </a:p>
          <a:p>
            <a:pPr marL="305435" lvl="0" indent="-305435" algn="l" rtl="0">
              <a:lnSpc>
                <a:spcPct val="110000"/>
              </a:lnSpc>
              <a:spcBef>
                <a:spcPts val="1000"/>
              </a:spcBef>
              <a:spcAft>
                <a:spcPts val="0"/>
              </a:spcAft>
              <a:buSzPts val="1840"/>
              <a:buChar char="◼"/>
            </a:pPr>
            <a:r>
              <a:rPr lang="en-US" sz="2000" b="1">
                <a:latin typeface="Arial"/>
                <a:ea typeface="Arial"/>
                <a:cs typeface="Arial"/>
                <a:sym typeface="Arial"/>
              </a:rPr>
              <a:t>System Development Approach </a:t>
            </a:r>
            <a:r>
              <a:rPr lang="en-US" sz="2000">
                <a:latin typeface="Arial"/>
                <a:ea typeface="Arial"/>
                <a:cs typeface="Arial"/>
                <a:sym typeface="Arial"/>
              </a:rPr>
              <a:t>(Technology Used) </a:t>
            </a:r>
            <a:endParaRPr>
              <a:latin typeface="Arial"/>
              <a:ea typeface="Arial"/>
              <a:cs typeface="Arial"/>
              <a:sym typeface="Arial"/>
            </a:endParaRPr>
          </a:p>
          <a:p>
            <a:pPr marL="305435" lvl="0" indent="-305435" algn="l" rtl="0">
              <a:lnSpc>
                <a:spcPct val="110000"/>
              </a:lnSpc>
              <a:spcBef>
                <a:spcPts val="1000"/>
              </a:spcBef>
              <a:spcAft>
                <a:spcPts val="0"/>
              </a:spcAft>
              <a:buSzPts val="1840"/>
              <a:buChar char="◼"/>
            </a:pPr>
            <a:r>
              <a:rPr lang="en-US" sz="2000" b="1">
                <a:latin typeface="Arial"/>
                <a:ea typeface="Arial"/>
                <a:cs typeface="Arial"/>
                <a:sym typeface="Arial"/>
              </a:rPr>
              <a:t>Algorithm &amp; Deployment  </a:t>
            </a:r>
            <a:endParaRPr>
              <a:latin typeface="Arial"/>
              <a:ea typeface="Arial"/>
              <a:cs typeface="Arial"/>
              <a:sym typeface="Arial"/>
            </a:endParaRPr>
          </a:p>
          <a:p>
            <a:pPr marL="305435" lvl="0" indent="-305435" algn="l" rtl="0">
              <a:lnSpc>
                <a:spcPct val="110000"/>
              </a:lnSpc>
              <a:spcBef>
                <a:spcPts val="1000"/>
              </a:spcBef>
              <a:spcAft>
                <a:spcPts val="0"/>
              </a:spcAft>
              <a:buSzPts val="1840"/>
              <a:buChar char="◼"/>
            </a:pPr>
            <a:r>
              <a:rPr lang="en-US" sz="2000" b="1">
                <a:latin typeface="Arial"/>
                <a:ea typeface="Arial"/>
                <a:cs typeface="Arial"/>
                <a:sym typeface="Arial"/>
              </a:rPr>
              <a:t>Result (Output Image)</a:t>
            </a:r>
            <a:endParaRPr/>
          </a:p>
          <a:p>
            <a:pPr marL="305435" lvl="0" indent="-305435" algn="l" rtl="0">
              <a:lnSpc>
                <a:spcPct val="110000"/>
              </a:lnSpc>
              <a:spcBef>
                <a:spcPts val="1000"/>
              </a:spcBef>
              <a:spcAft>
                <a:spcPts val="0"/>
              </a:spcAft>
              <a:buSzPts val="1840"/>
              <a:buChar char="◼"/>
            </a:pPr>
            <a:r>
              <a:rPr lang="en-US" sz="2000" b="1">
                <a:latin typeface="Arial"/>
                <a:ea typeface="Arial"/>
                <a:cs typeface="Arial"/>
                <a:sym typeface="Arial"/>
              </a:rPr>
              <a:t>Conclusion</a:t>
            </a:r>
            <a:endParaRPr>
              <a:latin typeface="Arial"/>
              <a:ea typeface="Arial"/>
              <a:cs typeface="Arial"/>
              <a:sym typeface="Arial"/>
            </a:endParaRPr>
          </a:p>
          <a:p>
            <a:pPr marL="305435" lvl="0" indent="-305435" algn="l" rtl="0">
              <a:lnSpc>
                <a:spcPct val="110000"/>
              </a:lnSpc>
              <a:spcBef>
                <a:spcPts val="1000"/>
              </a:spcBef>
              <a:spcAft>
                <a:spcPts val="0"/>
              </a:spcAft>
              <a:buSzPts val="1840"/>
              <a:buChar char="◼"/>
            </a:pPr>
            <a:r>
              <a:rPr lang="en-US" sz="2000" b="1">
                <a:latin typeface="Arial"/>
                <a:ea typeface="Arial"/>
                <a:cs typeface="Arial"/>
                <a:sym typeface="Arial"/>
              </a:rPr>
              <a:t>Future Scope</a:t>
            </a:r>
            <a:endParaRPr/>
          </a:p>
          <a:p>
            <a:pPr marL="305435" lvl="0" indent="-305435" algn="l" rtl="0">
              <a:lnSpc>
                <a:spcPct val="110000"/>
              </a:lnSpc>
              <a:spcBef>
                <a:spcPts val="1000"/>
              </a:spcBef>
              <a:spcAft>
                <a:spcPts val="0"/>
              </a:spcAft>
              <a:buSzPts val="1840"/>
              <a:buChar char="◼"/>
            </a:pPr>
            <a:r>
              <a:rPr lang="en-US" sz="2000" b="1">
                <a:latin typeface="Arial"/>
                <a:ea typeface="Arial"/>
                <a:cs typeface="Arial"/>
                <a:sym typeface="Arial"/>
              </a:rPr>
              <a:t>References</a:t>
            </a:r>
            <a:endParaRPr>
              <a:latin typeface="Arial"/>
              <a:ea typeface="Arial"/>
              <a:cs typeface="Arial"/>
              <a:sym typeface="Arial"/>
            </a:endParaRPr>
          </a:p>
          <a:p>
            <a:pPr marL="305435" lvl="0" indent="-206121" algn="l" rtl="0">
              <a:lnSpc>
                <a:spcPct val="110000"/>
              </a:lnSpc>
              <a:spcBef>
                <a:spcPts val="940"/>
              </a:spcBef>
              <a:spcAft>
                <a:spcPts val="0"/>
              </a:spcAft>
              <a:buSzPts val="1564"/>
              <a:buNone/>
            </a:pPr>
            <a:endParaRPr>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p15"/>
          <p:cNvSpPr txBox="1">
            <a:spLocks noGrp="1"/>
          </p:cNvSpPr>
          <p:nvPr>
            <p:ph type="title"/>
          </p:nvPr>
        </p:nvSpPr>
        <p:spPr>
          <a:xfrm>
            <a:off x="581192" y="442913"/>
            <a:ext cx="11029500" cy="794719"/>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accent1"/>
              </a:buClr>
              <a:buSzPct val="100000"/>
              <a:buFont typeface="Arial"/>
              <a:buNone/>
            </a:pPr>
            <a:r>
              <a:rPr lang="en-US" sz="4400" b="1">
                <a:solidFill>
                  <a:schemeClr val="accent1"/>
                </a:solidFill>
                <a:latin typeface="Arial"/>
                <a:ea typeface="Arial"/>
                <a:cs typeface="Arial"/>
                <a:sym typeface="Arial"/>
              </a:rPr>
              <a:t>PROBLEM STATEMENT</a:t>
            </a:r>
            <a:endParaRPr sz="4400"/>
          </a:p>
        </p:txBody>
      </p:sp>
      <p:sp>
        <p:nvSpPr>
          <p:cNvPr id="123" name="Google Shape;123;p15"/>
          <p:cNvSpPr txBox="1">
            <a:spLocks noGrp="1"/>
          </p:cNvSpPr>
          <p:nvPr>
            <p:ph type="body" idx="1"/>
          </p:nvPr>
        </p:nvSpPr>
        <p:spPr>
          <a:xfrm>
            <a:off x="452403" y="1528762"/>
            <a:ext cx="11029500" cy="4382269"/>
          </a:xfrm>
          <a:prstGeom prst="rect">
            <a:avLst/>
          </a:prstGeom>
          <a:noFill/>
          <a:ln>
            <a:noFill/>
          </a:ln>
        </p:spPr>
        <p:txBody>
          <a:bodyPr spcFirstLastPara="1" wrap="square" lIns="91425" tIns="45700" rIns="91425" bIns="45700" anchor="ctr" anchorCtr="0">
            <a:normAutofit fontScale="92500" lnSpcReduction="20000"/>
          </a:bodyPr>
          <a:lstStyle/>
          <a:p>
            <a:pPr marL="0" lvl="0" indent="0" algn="l" rtl="0">
              <a:lnSpc>
                <a:spcPct val="110000"/>
              </a:lnSpc>
              <a:spcBef>
                <a:spcPts val="0"/>
              </a:spcBef>
              <a:spcAft>
                <a:spcPts val="0"/>
              </a:spcAft>
              <a:buSzPct val="92000"/>
              <a:buNone/>
            </a:pPr>
            <a:r>
              <a:rPr lang="en-US" sz="3200" dirty="0">
                <a:solidFill>
                  <a:srgbClr val="0F0F0F"/>
                </a:solidFill>
              </a:rPr>
              <a:t>Example:</a:t>
            </a:r>
            <a:r>
              <a:rPr lang="en-US" sz="2800" dirty="0">
                <a:solidFill>
                  <a:srgbClr val="0F0F0F"/>
                </a:solidFill>
              </a:rPr>
              <a:t> </a:t>
            </a:r>
            <a:r>
              <a:rPr lang="en-US" sz="2400" dirty="0"/>
              <a:t>The National Social Assistance Program (NSAP) is a flagship social security and welfare program by the Government of India. It aims to provide financial assistance to the elderly, widows, and persons with disabilities belonging to below-poverty-line (BPL) households. The program consists of several sub-schemes, each with specific eligibility criteria. Manually verifying applications and assigning the correct scheme can be a time-consuming and error-prone process. Delays or incorrect allocation can prevent deserving individuals from receiving timely financial aid. Your task is to design, build, and evaluate a multi-class classification model that can accurately predict the most appropriate NSAP scheme for an applicant based on their demographic and socio-economic data. The goal is to create a reliable tool that could assist government agencies in quickly and accurately categorizing applicants, ensuring that benefits are delivered to the right people efficiently. </a:t>
            </a:r>
            <a:r>
              <a:rPr lang="en-US" sz="2400" dirty="0">
                <a:solidFill>
                  <a:srgbClr val="0F0F0F"/>
                </a:solidFill>
              </a:rPr>
              <a:t>.</a:t>
            </a:r>
            <a:endParaRPr sz="2400" dirty="0"/>
          </a:p>
          <a:p>
            <a:pPr marL="305435" lvl="0" indent="-213598" algn="l" rtl="0">
              <a:lnSpc>
                <a:spcPct val="110000"/>
              </a:lnSpc>
              <a:spcBef>
                <a:spcPts val="914"/>
              </a:spcBef>
              <a:spcAft>
                <a:spcPts val="0"/>
              </a:spcAft>
              <a:buSzPct val="92000"/>
              <a:buNone/>
            </a:pP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16"/>
          <p:cNvSpPr txBox="1">
            <a:spLocks noGrp="1"/>
          </p:cNvSpPr>
          <p:nvPr>
            <p:ph type="title"/>
          </p:nvPr>
        </p:nvSpPr>
        <p:spPr>
          <a:xfrm>
            <a:off x="581192" y="702156"/>
            <a:ext cx="11029500" cy="530400"/>
          </a:xfrm>
          <a:prstGeom prst="rect">
            <a:avLst/>
          </a:prstGeom>
          <a:noFill/>
          <a:ln>
            <a:noFill/>
          </a:ln>
        </p:spPr>
        <p:txBody>
          <a:bodyPr spcFirstLastPara="1" wrap="square" lIns="91425" tIns="45700" rIns="91425" bIns="45700" anchor="b" anchorCtr="0">
            <a:normAutofit fontScale="90000"/>
          </a:bodyPr>
          <a:lstStyle/>
          <a:p>
            <a:pPr marL="0" lvl="0" indent="0" algn="l" rtl="0">
              <a:lnSpc>
                <a:spcPct val="100000"/>
              </a:lnSpc>
              <a:spcBef>
                <a:spcPts val="0"/>
              </a:spcBef>
              <a:spcAft>
                <a:spcPts val="0"/>
              </a:spcAft>
              <a:buClr>
                <a:schemeClr val="accent1"/>
              </a:buClr>
              <a:buSzPct val="100000"/>
              <a:buFont typeface="Arial"/>
              <a:buNone/>
            </a:pPr>
            <a:r>
              <a:rPr lang="en-US" sz="4400" b="1">
                <a:solidFill>
                  <a:schemeClr val="accent1"/>
                </a:solidFill>
                <a:latin typeface="Arial"/>
                <a:ea typeface="Arial"/>
                <a:cs typeface="Arial"/>
                <a:sym typeface="Arial"/>
              </a:rPr>
              <a:t>PROPOSED SOLUTION</a:t>
            </a:r>
            <a:endParaRPr sz="4400"/>
          </a:p>
        </p:txBody>
      </p:sp>
      <p:sp>
        <p:nvSpPr>
          <p:cNvPr id="129" name="Google Shape;129;p16"/>
          <p:cNvSpPr txBox="1">
            <a:spLocks noGrp="1"/>
          </p:cNvSpPr>
          <p:nvPr>
            <p:ph type="body" idx="1"/>
          </p:nvPr>
        </p:nvSpPr>
        <p:spPr>
          <a:xfrm>
            <a:off x="441671" y="1485900"/>
            <a:ext cx="11613600" cy="5165578"/>
          </a:xfrm>
          <a:prstGeom prst="rect">
            <a:avLst/>
          </a:prstGeom>
          <a:noFill/>
          <a:ln>
            <a:noFill/>
          </a:ln>
        </p:spPr>
        <p:txBody>
          <a:bodyPr spcFirstLastPara="1" wrap="square" lIns="91425" tIns="45700" rIns="91425" bIns="45700" anchor="ctr" anchorCtr="0">
            <a:normAutofit fontScale="25000" lnSpcReduction="20000"/>
          </a:bodyPr>
          <a:lstStyle/>
          <a:p>
            <a:pPr marL="306000" lvl="0" indent="-306000" algn="l" rtl="0">
              <a:lnSpc>
                <a:spcPct val="110000"/>
              </a:lnSpc>
              <a:spcBef>
                <a:spcPts val="0"/>
              </a:spcBef>
              <a:spcAft>
                <a:spcPts val="0"/>
              </a:spcAft>
              <a:buSzPct val="91999"/>
              <a:buChar char="◼"/>
            </a:pPr>
            <a:r>
              <a:rPr lang="en-US" sz="2800" dirty="0"/>
              <a:t>The proposed system aims to automate and improve the process of assigning applicants to the most appropriate social welfare scheme under the National Social Assistance Program (NSAP). By leveraging machine learning techniques and cloud-based AI services, the system will analyze demographic and socio-economic data to accurately predict scheme eligibility. This will reduce manual effort, minimize errors, and ensure timely benefit distribution. The solution will be implemented using IBM Cloud with watsonx.ai Studio and consists of the following components:</a:t>
            </a:r>
            <a:br>
              <a:rPr lang="en-US" sz="2800" dirty="0"/>
            </a:br>
            <a:endParaRPr sz="2800" dirty="0"/>
          </a:p>
          <a:p>
            <a:pPr marL="306000" lvl="0" indent="-306000" algn="l" rtl="0">
              <a:lnSpc>
                <a:spcPct val="110000"/>
              </a:lnSpc>
              <a:spcBef>
                <a:spcPts val="787"/>
              </a:spcBef>
              <a:spcAft>
                <a:spcPts val="0"/>
              </a:spcAft>
              <a:buSzPct val="92000"/>
              <a:buChar char="◼"/>
            </a:pPr>
            <a:r>
              <a:rPr lang="en-US" sz="3600" b="1" dirty="0"/>
              <a:t>📊 Data Collection:</a:t>
            </a:r>
            <a:endParaRPr sz="3600" dirty="0"/>
          </a:p>
          <a:p>
            <a:pPr marL="306000" lvl="0" indent="-306000" algn="l" rtl="0">
              <a:lnSpc>
                <a:spcPct val="110000"/>
              </a:lnSpc>
              <a:spcBef>
                <a:spcPts val="787"/>
              </a:spcBef>
              <a:spcAft>
                <a:spcPts val="0"/>
              </a:spcAft>
              <a:buSzPct val="92000"/>
              <a:buChar char="◼"/>
            </a:pPr>
            <a:r>
              <a:rPr lang="en-US" sz="3600" dirty="0"/>
              <a:t>Gather historical applicant data including age, gender, income level, disability status, marital status, and poverty classification.</a:t>
            </a:r>
            <a:endParaRPr sz="3600" dirty="0"/>
          </a:p>
          <a:p>
            <a:pPr marL="306000" lvl="0" indent="-306000" algn="l" rtl="0">
              <a:lnSpc>
                <a:spcPct val="110000"/>
              </a:lnSpc>
              <a:spcBef>
                <a:spcPts val="787"/>
              </a:spcBef>
              <a:spcAft>
                <a:spcPts val="0"/>
              </a:spcAft>
              <a:buSzPct val="92000"/>
              <a:buChar char="◼"/>
            </a:pPr>
            <a:r>
              <a:rPr lang="en-US" sz="3600" dirty="0"/>
              <a:t>Include scheme-wise labeled data representing eligibility outcomes under NSAP sub-programs.</a:t>
            </a:r>
            <a:endParaRPr sz="3600" dirty="0"/>
          </a:p>
          <a:p>
            <a:pPr marL="306000" lvl="0" indent="-306000" algn="l" rtl="0">
              <a:lnSpc>
                <a:spcPct val="110000"/>
              </a:lnSpc>
              <a:spcBef>
                <a:spcPts val="787"/>
              </a:spcBef>
              <a:spcAft>
                <a:spcPts val="0"/>
              </a:spcAft>
              <a:buSzPct val="92000"/>
              <a:buChar char="◼"/>
            </a:pPr>
            <a:r>
              <a:rPr lang="en-US" sz="3600" dirty="0"/>
              <a:t>Store and manage datasets securely using IBM Cloud storage services.</a:t>
            </a:r>
            <a:endParaRPr sz="3600" dirty="0"/>
          </a:p>
          <a:p>
            <a:pPr marL="306000" lvl="0" indent="-306000" algn="l" rtl="0">
              <a:lnSpc>
                <a:spcPct val="110000"/>
              </a:lnSpc>
              <a:spcBef>
                <a:spcPts val="787"/>
              </a:spcBef>
              <a:spcAft>
                <a:spcPts val="0"/>
              </a:spcAft>
              <a:buSzPct val="92000"/>
              <a:buChar char="◼"/>
            </a:pPr>
            <a:r>
              <a:rPr lang="en-US" sz="3600" b="1" dirty="0"/>
              <a:t>🧹 Data Preprocessing:</a:t>
            </a:r>
            <a:endParaRPr sz="3600" dirty="0"/>
          </a:p>
          <a:p>
            <a:pPr marL="306000" lvl="0" indent="-306000" algn="l" rtl="0">
              <a:lnSpc>
                <a:spcPct val="110000"/>
              </a:lnSpc>
              <a:spcBef>
                <a:spcPts val="787"/>
              </a:spcBef>
              <a:spcAft>
                <a:spcPts val="0"/>
              </a:spcAft>
              <a:buSzPct val="92000"/>
              <a:buChar char="◼"/>
            </a:pPr>
            <a:r>
              <a:rPr lang="en-US" sz="3600" dirty="0"/>
              <a:t>Clean the dataset to handle missing values, duplicate records, and inconsistent entries.</a:t>
            </a:r>
            <a:endParaRPr sz="3600" dirty="0"/>
          </a:p>
          <a:p>
            <a:pPr marL="306000" lvl="0" indent="-306000" algn="l" rtl="0">
              <a:lnSpc>
                <a:spcPct val="110000"/>
              </a:lnSpc>
              <a:spcBef>
                <a:spcPts val="787"/>
              </a:spcBef>
              <a:spcAft>
                <a:spcPts val="0"/>
              </a:spcAft>
              <a:buSzPct val="92000"/>
              <a:buChar char="◼"/>
            </a:pPr>
            <a:r>
              <a:rPr lang="en-US" sz="3600" dirty="0"/>
              <a:t>Encode categorical variables such as gender, employment status, and scheme categories.</a:t>
            </a:r>
            <a:endParaRPr sz="3600" dirty="0"/>
          </a:p>
          <a:p>
            <a:pPr marL="306000" lvl="0" indent="-306000" algn="l" rtl="0">
              <a:lnSpc>
                <a:spcPct val="110000"/>
              </a:lnSpc>
              <a:spcBef>
                <a:spcPts val="787"/>
              </a:spcBef>
              <a:spcAft>
                <a:spcPts val="0"/>
              </a:spcAft>
              <a:buSzPct val="92000"/>
              <a:buChar char="◼"/>
            </a:pPr>
            <a:r>
              <a:rPr lang="en-US" sz="3600" dirty="0"/>
              <a:t>Normalize numerical features to improve model performance.</a:t>
            </a:r>
            <a:endParaRPr sz="3600" dirty="0"/>
          </a:p>
          <a:p>
            <a:pPr marL="306000" lvl="0" indent="-306000" algn="l" rtl="0">
              <a:lnSpc>
                <a:spcPct val="110000"/>
              </a:lnSpc>
              <a:spcBef>
                <a:spcPts val="787"/>
              </a:spcBef>
              <a:spcAft>
                <a:spcPts val="0"/>
              </a:spcAft>
              <a:buSzPct val="92000"/>
              <a:buChar char="◼"/>
            </a:pPr>
            <a:r>
              <a:rPr lang="en-US" sz="3600" dirty="0"/>
              <a:t>Perform feature selection and engineering to identify the most influential eligibility factors.</a:t>
            </a:r>
            <a:endParaRPr sz="3600" dirty="0"/>
          </a:p>
          <a:p>
            <a:pPr marL="306000" lvl="0" indent="-306000" algn="l" rtl="0">
              <a:lnSpc>
                <a:spcPct val="110000"/>
              </a:lnSpc>
              <a:spcBef>
                <a:spcPts val="787"/>
              </a:spcBef>
              <a:spcAft>
                <a:spcPts val="0"/>
              </a:spcAft>
              <a:buSzPct val="92000"/>
              <a:buChar char="◼"/>
            </a:pPr>
            <a:r>
              <a:rPr lang="en-US" sz="3600" b="1" dirty="0"/>
              <a:t>🤖 Machine Learning Model Development:</a:t>
            </a:r>
            <a:endParaRPr sz="3600" dirty="0"/>
          </a:p>
          <a:p>
            <a:pPr marL="306000" lvl="0" indent="-306000" algn="l" rtl="0">
              <a:lnSpc>
                <a:spcPct val="110000"/>
              </a:lnSpc>
              <a:spcBef>
                <a:spcPts val="787"/>
              </a:spcBef>
              <a:spcAft>
                <a:spcPts val="0"/>
              </a:spcAft>
              <a:buSzPct val="92000"/>
              <a:buChar char="◼"/>
            </a:pPr>
            <a:r>
              <a:rPr lang="en-US" sz="3600" dirty="0"/>
              <a:t>Use watsonx.ai Studio to build and train multi-class classification models such as Decision Trees, Random Forest, Gradient Boosting, or Logistic Regression.</a:t>
            </a:r>
            <a:endParaRPr sz="3600" dirty="0"/>
          </a:p>
          <a:p>
            <a:pPr marL="306000" lvl="0" indent="-306000" algn="l" rtl="0">
              <a:lnSpc>
                <a:spcPct val="110000"/>
              </a:lnSpc>
              <a:spcBef>
                <a:spcPts val="787"/>
              </a:spcBef>
              <a:spcAft>
                <a:spcPts val="0"/>
              </a:spcAft>
              <a:buSzPct val="92000"/>
              <a:buChar char="◼"/>
            </a:pPr>
            <a:r>
              <a:rPr lang="en-US" sz="3600" dirty="0"/>
              <a:t>Train models using labeled applicant data to predict the most suitable NSAP scheme.</a:t>
            </a:r>
            <a:endParaRPr sz="3600" dirty="0"/>
          </a:p>
          <a:p>
            <a:pPr marL="306000" lvl="0" indent="-306000" algn="l" rtl="0">
              <a:lnSpc>
                <a:spcPct val="110000"/>
              </a:lnSpc>
              <a:spcBef>
                <a:spcPts val="787"/>
              </a:spcBef>
              <a:spcAft>
                <a:spcPts val="0"/>
              </a:spcAft>
              <a:buSzPct val="92000"/>
              <a:buChar char="◼"/>
            </a:pPr>
            <a:r>
              <a:rPr lang="en-US" sz="3600" dirty="0"/>
              <a:t>Optimize model parameters to improve prediction accuracy and reliability.</a:t>
            </a:r>
            <a:endParaRPr sz="3600" dirty="0"/>
          </a:p>
          <a:p>
            <a:pPr marL="306000" lvl="0" indent="-306000" algn="l" rtl="0">
              <a:lnSpc>
                <a:spcPct val="110000"/>
              </a:lnSpc>
              <a:spcBef>
                <a:spcPts val="787"/>
              </a:spcBef>
              <a:spcAft>
                <a:spcPts val="0"/>
              </a:spcAft>
              <a:buSzPct val="92000"/>
              <a:buChar char="◼"/>
            </a:pPr>
            <a:r>
              <a:rPr lang="en-US" sz="3600" b="1" dirty="0"/>
              <a:t>☁️ Cloud Deployment:</a:t>
            </a:r>
            <a:endParaRPr sz="3600" dirty="0"/>
          </a:p>
          <a:p>
            <a:pPr marL="306000" lvl="0" indent="-306000" algn="l" rtl="0">
              <a:lnSpc>
                <a:spcPct val="110000"/>
              </a:lnSpc>
              <a:spcBef>
                <a:spcPts val="787"/>
              </a:spcBef>
              <a:spcAft>
                <a:spcPts val="0"/>
              </a:spcAft>
              <a:buSzPct val="92000"/>
              <a:buChar char="◼"/>
            </a:pPr>
            <a:r>
              <a:rPr lang="en-US" sz="3600" dirty="0"/>
              <a:t>Deploy the trained model on IBM Cloud for real-time prediction services.</a:t>
            </a:r>
            <a:endParaRPr sz="3600" dirty="0"/>
          </a:p>
          <a:p>
            <a:pPr marL="306000" lvl="0" indent="-306000" algn="l" rtl="0">
              <a:lnSpc>
                <a:spcPct val="110000"/>
              </a:lnSpc>
              <a:spcBef>
                <a:spcPts val="787"/>
              </a:spcBef>
              <a:spcAft>
                <a:spcPts val="0"/>
              </a:spcAft>
              <a:buSzPct val="92000"/>
              <a:buChar char="◼"/>
            </a:pPr>
            <a:r>
              <a:rPr lang="en-US" sz="3600" dirty="0"/>
              <a:t>Create a web-based or API-driven interface where applicant details can be entered.</a:t>
            </a:r>
            <a:endParaRPr sz="3600" dirty="0"/>
          </a:p>
          <a:p>
            <a:pPr marL="306000" lvl="0" indent="-306000" algn="l" rtl="0">
              <a:lnSpc>
                <a:spcPct val="110000"/>
              </a:lnSpc>
              <a:spcBef>
                <a:spcPts val="787"/>
              </a:spcBef>
              <a:spcAft>
                <a:spcPts val="0"/>
              </a:spcAft>
              <a:buSzPct val="92000"/>
              <a:buChar char="◼"/>
            </a:pPr>
            <a:r>
              <a:rPr lang="en-US" sz="3600" dirty="0"/>
              <a:t>Integrate the model to instantly return the predicted welfare scheme eligibility.</a:t>
            </a:r>
            <a:endParaRPr sz="3600" dirty="0"/>
          </a:p>
          <a:p>
            <a:pPr marL="306000" lvl="0" indent="-306000" algn="l" rtl="0">
              <a:lnSpc>
                <a:spcPct val="110000"/>
              </a:lnSpc>
              <a:spcBef>
                <a:spcPts val="787"/>
              </a:spcBef>
              <a:spcAft>
                <a:spcPts val="0"/>
              </a:spcAft>
              <a:buSzPct val="92000"/>
              <a:buChar char="◼"/>
            </a:pPr>
            <a:r>
              <a:rPr lang="en-US" sz="3600" b="1" dirty="0"/>
              <a:t>📈 Evaluation:</a:t>
            </a:r>
            <a:endParaRPr sz="3600" dirty="0"/>
          </a:p>
          <a:p>
            <a:pPr marL="306000" lvl="0" indent="-306000" algn="l" rtl="0">
              <a:lnSpc>
                <a:spcPct val="110000"/>
              </a:lnSpc>
              <a:spcBef>
                <a:spcPts val="787"/>
              </a:spcBef>
              <a:spcAft>
                <a:spcPts val="0"/>
              </a:spcAft>
              <a:buSzPct val="92000"/>
              <a:buChar char="◼"/>
            </a:pPr>
            <a:r>
              <a:rPr lang="en-US" sz="3600" dirty="0"/>
              <a:t>Evaluate model performance using metrics such as Accuracy, Precision, Recall, F1-score, and Confusion Matrix.</a:t>
            </a:r>
            <a:endParaRPr sz="3600" dirty="0"/>
          </a:p>
          <a:p>
            <a:pPr marL="306000" lvl="0" indent="-306000" algn="l" rtl="0">
              <a:lnSpc>
                <a:spcPct val="110000"/>
              </a:lnSpc>
              <a:spcBef>
                <a:spcPts val="787"/>
              </a:spcBef>
              <a:spcAft>
                <a:spcPts val="0"/>
              </a:spcAft>
              <a:buSzPct val="92000"/>
              <a:buChar char="◼"/>
            </a:pPr>
            <a:r>
              <a:rPr lang="en-US" sz="3600" dirty="0"/>
              <a:t>Compare multiple models within watsonx.ai Studio to select the best-performing classifier.</a:t>
            </a:r>
            <a:endParaRPr sz="3600" dirty="0"/>
          </a:p>
          <a:p>
            <a:pPr marL="306000" lvl="0" indent="-306000" algn="l" rtl="0">
              <a:lnSpc>
                <a:spcPct val="110000"/>
              </a:lnSpc>
              <a:spcBef>
                <a:spcPts val="787"/>
              </a:spcBef>
              <a:spcAft>
                <a:spcPts val="0"/>
              </a:spcAft>
              <a:buSzPct val="92000"/>
              <a:buChar char="◼"/>
            </a:pPr>
            <a:r>
              <a:rPr lang="en-US" sz="3600" dirty="0"/>
              <a:t>Continuously monitor and retrain the model with updated applicant data for improved results.</a:t>
            </a:r>
            <a:endParaRPr sz="3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Google Shape;134;p17"/>
          <p:cNvSpPr txBox="1">
            <a:spLocks noGrp="1"/>
          </p:cNvSpPr>
          <p:nvPr>
            <p:ph type="title"/>
          </p:nvPr>
        </p:nvSpPr>
        <p:spPr>
          <a:xfrm>
            <a:off x="581192" y="702156"/>
            <a:ext cx="11029500" cy="530400"/>
          </a:xfrm>
          <a:prstGeom prst="rect">
            <a:avLst/>
          </a:prstGeom>
          <a:noFill/>
          <a:ln>
            <a:noFill/>
          </a:ln>
        </p:spPr>
        <p:txBody>
          <a:bodyPr spcFirstLastPara="1" wrap="square" lIns="91425" tIns="45700" rIns="91425" bIns="45700" anchor="b" anchorCtr="0">
            <a:normAutofit fontScale="90000"/>
          </a:bodyPr>
          <a:lstStyle/>
          <a:p>
            <a:pPr marL="0" lvl="0" indent="0" algn="l" rtl="0">
              <a:lnSpc>
                <a:spcPct val="100000"/>
              </a:lnSpc>
              <a:spcBef>
                <a:spcPts val="0"/>
              </a:spcBef>
              <a:spcAft>
                <a:spcPts val="0"/>
              </a:spcAft>
              <a:buClr>
                <a:schemeClr val="accent1"/>
              </a:buClr>
              <a:buSzPct val="100000"/>
              <a:buFont typeface="Franklin Gothic"/>
              <a:buNone/>
            </a:pPr>
            <a:r>
              <a:rPr lang="en-US" sz="4400">
                <a:solidFill>
                  <a:schemeClr val="accent1"/>
                </a:solidFill>
              </a:rPr>
              <a:t>                     TECHNOLOGY USED</a:t>
            </a:r>
            <a:endParaRPr sz="4400">
              <a:solidFill>
                <a:schemeClr val="accent1"/>
              </a:solidFill>
            </a:endParaRPr>
          </a:p>
        </p:txBody>
      </p:sp>
      <p:sp>
        <p:nvSpPr>
          <p:cNvPr id="135" name="Google Shape;135;p17"/>
          <p:cNvSpPr txBox="1">
            <a:spLocks noGrp="1"/>
          </p:cNvSpPr>
          <p:nvPr>
            <p:ph type="body" idx="1"/>
          </p:nvPr>
        </p:nvSpPr>
        <p:spPr>
          <a:xfrm>
            <a:off x="441671" y="1087378"/>
            <a:ext cx="11613600" cy="5564100"/>
          </a:xfrm>
          <a:prstGeom prst="rect">
            <a:avLst/>
          </a:prstGeom>
          <a:noFill/>
          <a:ln>
            <a:noFill/>
          </a:ln>
        </p:spPr>
        <p:txBody>
          <a:bodyPr spcFirstLastPara="1" wrap="square" lIns="91425" tIns="45700" rIns="91425" bIns="45700" anchor="ctr" anchorCtr="0">
            <a:normAutofit lnSpcReduction="10000"/>
          </a:bodyPr>
          <a:lstStyle/>
          <a:p>
            <a:pPr marL="306000" lvl="0" indent="-306000" algn="l" rtl="0">
              <a:lnSpc>
                <a:spcPct val="110000"/>
              </a:lnSpc>
              <a:spcBef>
                <a:spcPts val="0"/>
              </a:spcBef>
              <a:spcAft>
                <a:spcPts val="0"/>
              </a:spcAft>
              <a:buSzPct val="92000"/>
              <a:buChar char="◼"/>
            </a:pPr>
            <a:r>
              <a:rPr lang="en-US" sz="1200" b="1"/>
              <a:t>☁️ Cloud Platform:</a:t>
            </a:r>
            <a:endParaRPr/>
          </a:p>
          <a:p>
            <a:pPr marL="306000" lvl="0" indent="-306000" algn="l" rtl="0">
              <a:lnSpc>
                <a:spcPct val="110000"/>
              </a:lnSpc>
              <a:spcBef>
                <a:spcPts val="822"/>
              </a:spcBef>
              <a:spcAft>
                <a:spcPts val="0"/>
              </a:spcAft>
              <a:buSzPct val="92000"/>
              <a:buChar char="◼"/>
            </a:pPr>
            <a:r>
              <a:rPr lang="en-US" sz="1200" b="1"/>
              <a:t>IBM Cloud</a:t>
            </a:r>
            <a:endParaRPr sz="1200"/>
          </a:p>
          <a:p>
            <a:pPr marL="306000" lvl="0" indent="-306000" algn="l" rtl="0">
              <a:lnSpc>
                <a:spcPct val="110000"/>
              </a:lnSpc>
              <a:spcBef>
                <a:spcPts val="822"/>
              </a:spcBef>
              <a:spcAft>
                <a:spcPts val="0"/>
              </a:spcAft>
              <a:buSzPct val="92000"/>
              <a:buChar char="◼"/>
            </a:pPr>
            <a:r>
              <a:rPr lang="en-US" sz="1200"/>
              <a:t>Used for hosting datasets, machine learning models, and application services</a:t>
            </a:r>
            <a:endParaRPr/>
          </a:p>
          <a:p>
            <a:pPr marL="306000" lvl="0" indent="-306000" algn="l" rtl="0">
              <a:lnSpc>
                <a:spcPct val="110000"/>
              </a:lnSpc>
              <a:spcBef>
                <a:spcPts val="822"/>
              </a:spcBef>
              <a:spcAft>
                <a:spcPts val="0"/>
              </a:spcAft>
              <a:buSzPct val="92000"/>
              <a:buChar char="◼"/>
            </a:pPr>
            <a:r>
              <a:rPr lang="en-US" sz="1200"/>
              <a:t>Provides scalable infrastructure and secure data storage</a:t>
            </a:r>
            <a:br>
              <a:rPr lang="en-US" sz="1200"/>
            </a:br>
            <a:endParaRPr sz="1200"/>
          </a:p>
          <a:p>
            <a:pPr marL="306000" lvl="0" indent="-306000" algn="l" rtl="0">
              <a:lnSpc>
                <a:spcPct val="110000"/>
              </a:lnSpc>
              <a:spcBef>
                <a:spcPts val="822"/>
              </a:spcBef>
              <a:spcAft>
                <a:spcPts val="0"/>
              </a:spcAft>
              <a:buSzPct val="92000"/>
              <a:buChar char="◼"/>
            </a:pPr>
            <a:r>
              <a:rPr lang="en-US" sz="1200" b="1"/>
              <a:t>🤖 AI/ML Development Environment:</a:t>
            </a:r>
            <a:endParaRPr/>
          </a:p>
          <a:p>
            <a:pPr marL="306000" lvl="0" indent="-306000" algn="l" rtl="0">
              <a:lnSpc>
                <a:spcPct val="110000"/>
              </a:lnSpc>
              <a:spcBef>
                <a:spcPts val="822"/>
              </a:spcBef>
              <a:spcAft>
                <a:spcPts val="0"/>
              </a:spcAft>
              <a:buSzPct val="92000"/>
              <a:buChar char="◼"/>
            </a:pPr>
            <a:r>
              <a:rPr lang="en-US" sz="1200" b="1"/>
              <a:t>IBM watsonx.ai Studio</a:t>
            </a:r>
            <a:endParaRPr sz="1200"/>
          </a:p>
          <a:p>
            <a:pPr marL="306000" lvl="0" indent="-306000" algn="l" rtl="0">
              <a:lnSpc>
                <a:spcPct val="110000"/>
              </a:lnSpc>
              <a:spcBef>
                <a:spcPts val="822"/>
              </a:spcBef>
              <a:spcAft>
                <a:spcPts val="0"/>
              </a:spcAft>
              <a:buSzPct val="92000"/>
              <a:buChar char="◼"/>
            </a:pPr>
            <a:r>
              <a:rPr lang="en-US" sz="1200"/>
              <a:t>Used for data preprocessing, model training, evaluation, and deployment</a:t>
            </a:r>
            <a:endParaRPr/>
          </a:p>
          <a:p>
            <a:pPr marL="306000" lvl="0" indent="-306000" algn="l" rtl="0">
              <a:lnSpc>
                <a:spcPct val="110000"/>
              </a:lnSpc>
              <a:spcBef>
                <a:spcPts val="822"/>
              </a:spcBef>
              <a:spcAft>
                <a:spcPts val="0"/>
              </a:spcAft>
              <a:buSzPct val="92000"/>
              <a:buChar char="◼"/>
            </a:pPr>
            <a:r>
              <a:rPr lang="en-US" sz="1200"/>
              <a:t>Supports automated machine learning and custom model building</a:t>
            </a:r>
            <a:endParaRPr/>
          </a:p>
          <a:p>
            <a:pPr marL="306000" lvl="0" indent="-306000" algn="l" rtl="0">
              <a:lnSpc>
                <a:spcPct val="110000"/>
              </a:lnSpc>
              <a:spcBef>
                <a:spcPts val="822"/>
              </a:spcBef>
              <a:spcAft>
                <a:spcPts val="0"/>
              </a:spcAft>
              <a:buSzPct val="92000"/>
              <a:buChar char="◼"/>
            </a:pPr>
            <a:r>
              <a:rPr lang="en-US" sz="1200"/>
              <a:t>Enables experiment tracking and performance comparison</a:t>
            </a:r>
            <a:br>
              <a:rPr lang="en-US" sz="1200"/>
            </a:br>
            <a:endParaRPr sz="1200"/>
          </a:p>
          <a:p>
            <a:pPr marL="306000" lvl="0" indent="-306000" algn="l" rtl="0">
              <a:lnSpc>
                <a:spcPct val="110000"/>
              </a:lnSpc>
              <a:spcBef>
                <a:spcPts val="822"/>
              </a:spcBef>
              <a:spcAft>
                <a:spcPts val="0"/>
              </a:spcAft>
              <a:buSzPct val="92000"/>
              <a:buChar char="◼"/>
            </a:pPr>
            <a:r>
              <a:rPr lang="en-US" sz="1200" b="1"/>
              <a:t>📊 Programming &amp; Data Handling:</a:t>
            </a:r>
            <a:endParaRPr/>
          </a:p>
          <a:p>
            <a:pPr marL="306000" lvl="0" indent="-306000" algn="l" rtl="0">
              <a:lnSpc>
                <a:spcPct val="110000"/>
              </a:lnSpc>
              <a:spcBef>
                <a:spcPts val="822"/>
              </a:spcBef>
              <a:spcAft>
                <a:spcPts val="0"/>
              </a:spcAft>
              <a:buSzPct val="92000"/>
              <a:buChar char="◼"/>
            </a:pPr>
            <a:r>
              <a:rPr lang="en-US" sz="1200" b="1"/>
              <a:t>Python</a:t>
            </a:r>
            <a:endParaRPr sz="1200"/>
          </a:p>
          <a:p>
            <a:pPr marL="306000" lvl="0" indent="-306000" algn="l" rtl="0">
              <a:lnSpc>
                <a:spcPct val="110000"/>
              </a:lnSpc>
              <a:spcBef>
                <a:spcPts val="822"/>
              </a:spcBef>
              <a:spcAft>
                <a:spcPts val="0"/>
              </a:spcAft>
              <a:buSzPct val="92000"/>
              <a:buChar char="◼"/>
            </a:pPr>
            <a:r>
              <a:rPr lang="en-US" sz="1200"/>
              <a:t>Used for data cleaning, feature engineering, and model development</a:t>
            </a:r>
            <a:endParaRPr/>
          </a:p>
          <a:p>
            <a:pPr marL="306000" lvl="0" indent="-306000" algn="l" rtl="0">
              <a:lnSpc>
                <a:spcPct val="110000"/>
              </a:lnSpc>
              <a:spcBef>
                <a:spcPts val="822"/>
              </a:spcBef>
              <a:spcAft>
                <a:spcPts val="0"/>
              </a:spcAft>
              <a:buSzPct val="92000"/>
              <a:buChar char="◼"/>
            </a:pPr>
            <a:r>
              <a:rPr lang="en-US" sz="1200"/>
              <a:t>Libraries such as Pandas, NumPy, Scikit-learn for data processing and ML algorithms</a:t>
            </a:r>
            <a:br>
              <a:rPr lang="en-US" sz="1200"/>
            </a:br>
            <a:endParaRPr sz="1200"/>
          </a:p>
          <a:p>
            <a:pPr marL="306000" lvl="0" indent="-306000" algn="l" rtl="0">
              <a:lnSpc>
                <a:spcPct val="110000"/>
              </a:lnSpc>
              <a:spcBef>
                <a:spcPts val="822"/>
              </a:spcBef>
              <a:spcAft>
                <a:spcPts val="0"/>
              </a:spcAft>
              <a:buSzPct val="92000"/>
              <a:buChar char="◼"/>
            </a:pPr>
            <a:r>
              <a:rPr lang="en-US" sz="1200" b="1"/>
              <a:t>📦 Data Storage:</a:t>
            </a:r>
            <a:endParaRPr/>
          </a:p>
          <a:p>
            <a:pPr marL="306000" lvl="0" indent="-306000" algn="l" rtl="0">
              <a:lnSpc>
                <a:spcPct val="110000"/>
              </a:lnSpc>
              <a:spcBef>
                <a:spcPts val="822"/>
              </a:spcBef>
              <a:spcAft>
                <a:spcPts val="0"/>
              </a:spcAft>
              <a:buSzPct val="92000"/>
              <a:buChar char="◼"/>
            </a:pPr>
            <a:r>
              <a:rPr lang="en-US" sz="1200" b="1"/>
              <a:t>IBM Cloud Object Storage</a:t>
            </a:r>
            <a:endParaRPr sz="1200"/>
          </a:p>
          <a:p>
            <a:pPr marL="306000" lvl="0" indent="-306000" algn="l" rtl="0">
              <a:lnSpc>
                <a:spcPct val="110000"/>
              </a:lnSpc>
              <a:spcBef>
                <a:spcPts val="822"/>
              </a:spcBef>
              <a:spcAft>
                <a:spcPts val="0"/>
              </a:spcAft>
              <a:buSzPct val="92000"/>
              <a:buChar char="◼"/>
            </a:pPr>
            <a:r>
              <a:rPr lang="en-US" sz="1200"/>
              <a:t>Stores large NSAP datasets securely</a:t>
            </a:r>
            <a:endParaRPr/>
          </a:p>
          <a:p>
            <a:pPr marL="306000" lvl="0" indent="-306000" algn="l" rtl="0">
              <a:lnSpc>
                <a:spcPct val="110000"/>
              </a:lnSpc>
              <a:spcBef>
                <a:spcPts val="822"/>
              </a:spcBef>
              <a:spcAft>
                <a:spcPts val="0"/>
              </a:spcAft>
              <a:buSzPct val="92000"/>
              <a:buChar char="◼"/>
            </a:pPr>
            <a:r>
              <a:rPr lang="en-US" sz="1200"/>
              <a:t>Enables easy access for training and analysis</a:t>
            </a:r>
            <a:endParaRPr/>
          </a:p>
          <a:p>
            <a:pPr marL="0" lvl="0" indent="0" algn="l" rtl="0">
              <a:lnSpc>
                <a:spcPct val="110000"/>
              </a:lnSpc>
              <a:spcBef>
                <a:spcPts val="822"/>
              </a:spcBef>
              <a:spcAft>
                <a:spcPts val="0"/>
              </a:spcAft>
              <a:buSzPct val="92000"/>
              <a:buNone/>
            </a:pPr>
            <a:endParaRPr sz="12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18"/>
          <p:cNvSpPr txBox="1">
            <a:spLocks noGrp="1"/>
          </p:cNvSpPr>
          <p:nvPr>
            <p:ph type="title"/>
          </p:nvPr>
        </p:nvSpPr>
        <p:spPr>
          <a:xfrm>
            <a:off x="581192" y="662572"/>
            <a:ext cx="11029500" cy="530400"/>
          </a:xfrm>
          <a:prstGeom prst="rect">
            <a:avLst/>
          </a:prstGeom>
          <a:noFill/>
          <a:ln>
            <a:noFill/>
          </a:ln>
        </p:spPr>
        <p:txBody>
          <a:bodyPr spcFirstLastPara="1" wrap="square" lIns="91425" tIns="45700" rIns="91425" bIns="45700" anchor="b" anchorCtr="0">
            <a:normAutofit fontScale="90000"/>
          </a:bodyPr>
          <a:lstStyle/>
          <a:p>
            <a:pPr marL="0" lvl="0" indent="0" algn="ctr" rtl="0">
              <a:lnSpc>
                <a:spcPct val="100000"/>
              </a:lnSpc>
              <a:spcBef>
                <a:spcPts val="0"/>
              </a:spcBef>
              <a:spcAft>
                <a:spcPts val="0"/>
              </a:spcAft>
              <a:buClr>
                <a:schemeClr val="accent1"/>
              </a:buClr>
              <a:buSzPct val="100000"/>
              <a:buFont typeface="Arial"/>
              <a:buNone/>
            </a:pPr>
            <a:r>
              <a:rPr lang="en-US" sz="4400" b="1">
                <a:solidFill>
                  <a:schemeClr val="accent1"/>
                </a:solidFill>
                <a:latin typeface="Arial"/>
                <a:ea typeface="Arial"/>
                <a:cs typeface="Arial"/>
                <a:sym typeface="Arial"/>
              </a:rPr>
              <a:t>SYSTEM  APPROACH</a:t>
            </a:r>
            <a:endParaRPr sz="4400">
              <a:solidFill>
                <a:schemeClr val="accent1"/>
              </a:solidFill>
              <a:latin typeface="Calibri"/>
              <a:ea typeface="Calibri"/>
              <a:cs typeface="Calibri"/>
              <a:sym typeface="Calibri"/>
            </a:endParaRPr>
          </a:p>
        </p:txBody>
      </p:sp>
      <p:sp>
        <p:nvSpPr>
          <p:cNvPr id="141" name="Google Shape;141;p18"/>
          <p:cNvSpPr txBox="1">
            <a:spLocks noGrp="1"/>
          </p:cNvSpPr>
          <p:nvPr>
            <p:ph type="body" idx="1"/>
          </p:nvPr>
        </p:nvSpPr>
        <p:spPr>
          <a:xfrm>
            <a:off x="581192" y="1302026"/>
            <a:ext cx="11029500" cy="4673400"/>
          </a:xfrm>
          <a:prstGeom prst="rect">
            <a:avLst/>
          </a:prstGeom>
          <a:noFill/>
          <a:ln>
            <a:noFill/>
          </a:ln>
        </p:spPr>
        <p:txBody>
          <a:bodyPr spcFirstLastPara="1" wrap="square" lIns="91425" tIns="45700" rIns="91425" bIns="45700" anchor="ctr" anchorCtr="0">
            <a:normAutofit/>
          </a:bodyPr>
          <a:lstStyle/>
          <a:p>
            <a:pPr marL="306000" lvl="0" indent="-306000" algn="l" rtl="0">
              <a:lnSpc>
                <a:spcPct val="110000"/>
              </a:lnSpc>
              <a:spcBef>
                <a:spcPts val="0"/>
              </a:spcBef>
              <a:spcAft>
                <a:spcPts val="0"/>
              </a:spcAft>
              <a:buSzPts val="1656"/>
              <a:buChar char="◼"/>
            </a:pPr>
            <a:r>
              <a:rPr lang="en-US" sz="1800"/>
              <a:t>The system uses a cloud-based machine learning approach to predict eligibility for NSAP welfare schemes using demographic and beneficiary data. The solution is developed and deployed on IBM Cloud using watsonx.ai Studio for scalable and efficient model training and prediction.</a:t>
            </a:r>
            <a:endParaRPr/>
          </a:p>
          <a:p>
            <a:pPr marL="306000" lvl="0" indent="-306000" algn="l" rtl="0">
              <a:lnSpc>
                <a:spcPct val="110000"/>
              </a:lnSpc>
              <a:spcBef>
                <a:spcPts val="960"/>
              </a:spcBef>
              <a:spcAft>
                <a:spcPts val="0"/>
              </a:spcAft>
              <a:buSzPts val="1656"/>
              <a:buChar char="◼"/>
            </a:pPr>
            <a:r>
              <a:rPr lang="en-US" sz="1800" b="1"/>
              <a:t>🖥 System Requirements:</a:t>
            </a:r>
            <a:endParaRPr/>
          </a:p>
          <a:p>
            <a:pPr marL="306000" lvl="0" indent="-306000" algn="l" rtl="0">
              <a:lnSpc>
                <a:spcPct val="110000"/>
              </a:lnSpc>
              <a:spcBef>
                <a:spcPts val="960"/>
              </a:spcBef>
              <a:spcAft>
                <a:spcPts val="0"/>
              </a:spcAft>
              <a:buSzPts val="1656"/>
              <a:buChar char="◼"/>
            </a:pPr>
            <a:r>
              <a:rPr lang="en-US" sz="1800"/>
              <a:t>Laptop/PC with internet access</a:t>
            </a:r>
            <a:endParaRPr/>
          </a:p>
          <a:p>
            <a:pPr marL="306000" lvl="0" indent="-306000" algn="l" rtl="0">
              <a:lnSpc>
                <a:spcPct val="110000"/>
              </a:lnSpc>
              <a:spcBef>
                <a:spcPts val="960"/>
              </a:spcBef>
              <a:spcAft>
                <a:spcPts val="0"/>
              </a:spcAft>
              <a:buSzPts val="1656"/>
              <a:buChar char="◼"/>
            </a:pPr>
            <a:r>
              <a:rPr lang="en-US" sz="1800"/>
              <a:t>IBM Cloud account</a:t>
            </a:r>
            <a:endParaRPr/>
          </a:p>
          <a:p>
            <a:pPr marL="306000" lvl="0" indent="-306000" algn="l" rtl="0">
              <a:lnSpc>
                <a:spcPct val="110000"/>
              </a:lnSpc>
              <a:spcBef>
                <a:spcPts val="960"/>
              </a:spcBef>
              <a:spcAft>
                <a:spcPts val="0"/>
              </a:spcAft>
              <a:buSzPts val="1656"/>
              <a:buChar char="◼"/>
            </a:pPr>
            <a:r>
              <a:rPr lang="en-US" sz="1800"/>
              <a:t>Web browser</a:t>
            </a:r>
            <a:endParaRPr/>
          </a:p>
          <a:p>
            <a:pPr marL="306000" lvl="0" indent="-306000" algn="l" rtl="0">
              <a:lnSpc>
                <a:spcPct val="110000"/>
              </a:lnSpc>
              <a:spcBef>
                <a:spcPts val="960"/>
              </a:spcBef>
              <a:spcAft>
                <a:spcPts val="0"/>
              </a:spcAft>
              <a:buSzPts val="1656"/>
              <a:buChar char="◼"/>
            </a:pPr>
            <a:r>
              <a:rPr lang="en-US" sz="1800"/>
              <a:t>Python environment</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19"/>
          <p:cNvSpPr txBox="1">
            <a:spLocks noGrp="1"/>
          </p:cNvSpPr>
          <p:nvPr>
            <p:ph type="title"/>
          </p:nvPr>
        </p:nvSpPr>
        <p:spPr>
          <a:xfrm>
            <a:off x="581192" y="702156"/>
            <a:ext cx="11029500" cy="530400"/>
          </a:xfrm>
          <a:prstGeom prst="rect">
            <a:avLst/>
          </a:prstGeom>
          <a:noFill/>
          <a:ln>
            <a:noFill/>
          </a:ln>
        </p:spPr>
        <p:txBody>
          <a:bodyPr spcFirstLastPara="1" wrap="square" lIns="91425" tIns="45700" rIns="91425" bIns="45700" anchor="b" anchorCtr="0">
            <a:normAutofit fontScale="90000"/>
          </a:bodyPr>
          <a:lstStyle/>
          <a:p>
            <a:pPr marL="0" lvl="0" indent="0" algn="l" rtl="0">
              <a:lnSpc>
                <a:spcPct val="100000"/>
              </a:lnSpc>
              <a:spcBef>
                <a:spcPts val="0"/>
              </a:spcBef>
              <a:spcAft>
                <a:spcPts val="0"/>
              </a:spcAft>
              <a:buClr>
                <a:schemeClr val="accent1"/>
              </a:buClr>
              <a:buSzPct val="100000"/>
              <a:buFont typeface="Arial"/>
              <a:buNone/>
            </a:pPr>
            <a:r>
              <a:rPr lang="en-US" sz="4400" b="1">
                <a:solidFill>
                  <a:schemeClr val="accent1"/>
                </a:solidFill>
                <a:latin typeface="Arial"/>
                <a:ea typeface="Arial"/>
                <a:cs typeface="Arial"/>
                <a:sym typeface="Arial"/>
              </a:rPr>
              <a:t>ALGORITHM &amp; DEPLOYMENT</a:t>
            </a:r>
            <a:endParaRPr/>
          </a:p>
        </p:txBody>
      </p:sp>
      <p:sp>
        <p:nvSpPr>
          <p:cNvPr id="147" name="Google Shape;147;p19"/>
          <p:cNvSpPr txBox="1">
            <a:spLocks noGrp="1"/>
          </p:cNvSpPr>
          <p:nvPr>
            <p:ph type="body" idx="1"/>
          </p:nvPr>
        </p:nvSpPr>
        <p:spPr>
          <a:xfrm>
            <a:off x="581192" y="1302026"/>
            <a:ext cx="11029500" cy="4673400"/>
          </a:xfrm>
          <a:prstGeom prst="rect">
            <a:avLst/>
          </a:prstGeom>
          <a:noFill/>
          <a:ln>
            <a:noFill/>
          </a:ln>
        </p:spPr>
        <p:txBody>
          <a:bodyPr spcFirstLastPara="1" wrap="square" lIns="91425" tIns="45700" rIns="91425" bIns="45700" anchor="ctr" anchorCtr="0">
            <a:normAutofit fontScale="92500" lnSpcReduction="10000"/>
          </a:bodyPr>
          <a:lstStyle/>
          <a:p>
            <a:pPr marL="306000" lvl="0" indent="-306000" algn="l" rtl="0">
              <a:lnSpc>
                <a:spcPct val="110000"/>
              </a:lnSpc>
              <a:spcBef>
                <a:spcPts val="0"/>
              </a:spcBef>
              <a:spcAft>
                <a:spcPts val="0"/>
              </a:spcAft>
              <a:buSzPct val="91999"/>
              <a:buChar char="◼"/>
            </a:pPr>
            <a:r>
              <a:rPr lang="en-US" sz="1800" b="1"/>
              <a:t>Algorithm Selection:</a:t>
            </a:r>
            <a:endParaRPr/>
          </a:p>
          <a:p>
            <a:pPr marL="306000" lvl="0" indent="-306000" algn="l" rtl="0">
              <a:lnSpc>
                <a:spcPct val="110000"/>
              </a:lnSpc>
              <a:spcBef>
                <a:spcPts val="933"/>
              </a:spcBef>
              <a:spcAft>
                <a:spcPts val="0"/>
              </a:spcAft>
              <a:buSzPct val="91999"/>
              <a:buChar char="◼"/>
            </a:pPr>
            <a:r>
              <a:rPr lang="en-US" sz="1800"/>
              <a:t>Regression-based machine learning models were used to predict eligibility for NSAP welfare schemes. Regression was chosen for its ability to identify relationships between demographic features and scheme allocation, making it suitable for structured beneficiary data.</a:t>
            </a:r>
            <a:endParaRPr/>
          </a:p>
          <a:p>
            <a:pPr marL="306000" lvl="0" indent="-306000" algn="l" rtl="0">
              <a:lnSpc>
                <a:spcPct val="110000"/>
              </a:lnSpc>
              <a:spcBef>
                <a:spcPts val="933"/>
              </a:spcBef>
              <a:spcAft>
                <a:spcPts val="0"/>
              </a:spcAft>
              <a:buSzPct val="91999"/>
              <a:buChar char="◼"/>
            </a:pPr>
            <a:r>
              <a:rPr lang="en-US" sz="1800" b="1"/>
              <a:t>Data Input:</a:t>
            </a:r>
            <a:endParaRPr/>
          </a:p>
          <a:p>
            <a:pPr marL="306000" lvl="0" indent="-306000" algn="l" rtl="0">
              <a:lnSpc>
                <a:spcPct val="110000"/>
              </a:lnSpc>
              <a:spcBef>
                <a:spcPts val="933"/>
              </a:spcBef>
              <a:spcAft>
                <a:spcPts val="0"/>
              </a:spcAft>
              <a:buSzPct val="91999"/>
              <a:buChar char="◼"/>
            </a:pPr>
            <a:r>
              <a:rPr lang="en-US" sz="1800"/>
              <a:t>The model uses financial year, state and district codes, total beneficiaries, gender distribution, social category counts, Aadhaar linkage, and mobile registration as input features. The scheme code is the target output.</a:t>
            </a:r>
            <a:endParaRPr/>
          </a:p>
          <a:p>
            <a:pPr marL="306000" lvl="0" indent="-306000" algn="l" rtl="0">
              <a:lnSpc>
                <a:spcPct val="110000"/>
              </a:lnSpc>
              <a:spcBef>
                <a:spcPts val="933"/>
              </a:spcBef>
              <a:spcAft>
                <a:spcPts val="0"/>
              </a:spcAft>
              <a:buSzPct val="91999"/>
              <a:buChar char="◼"/>
            </a:pPr>
            <a:r>
              <a:rPr lang="en-US" sz="1800" b="1"/>
              <a:t>Training Process:</a:t>
            </a:r>
            <a:endParaRPr/>
          </a:p>
          <a:p>
            <a:pPr marL="306000" lvl="0" indent="-306000" algn="l" rtl="0">
              <a:lnSpc>
                <a:spcPct val="110000"/>
              </a:lnSpc>
              <a:spcBef>
                <a:spcPts val="933"/>
              </a:spcBef>
              <a:spcAft>
                <a:spcPts val="0"/>
              </a:spcAft>
              <a:buSzPct val="91999"/>
              <a:buChar char="◼"/>
            </a:pPr>
            <a:r>
              <a:rPr lang="en-US" sz="1800"/>
              <a:t>The model was trained using historical data after preprocessing, normalization, and encoding. Model performance was improved through validation and parameter tuning in IBM watsonx.ai Studio.</a:t>
            </a:r>
            <a:endParaRPr/>
          </a:p>
          <a:p>
            <a:pPr marL="306000" lvl="0" indent="-306000" algn="l" rtl="0">
              <a:lnSpc>
                <a:spcPct val="110000"/>
              </a:lnSpc>
              <a:spcBef>
                <a:spcPts val="933"/>
              </a:spcBef>
              <a:spcAft>
                <a:spcPts val="0"/>
              </a:spcAft>
              <a:buSzPct val="91999"/>
              <a:buChar char="◼"/>
            </a:pPr>
            <a:r>
              <a:rPr lang="en-US" sz="1800" b="1"/>
              <a:t>Prediction Process:</a:t>
            </a:r>
            <a:endParaRPr/>
          </a:p>
          <a:p>
            <a:pPr marL="306000" lvl="0" indent="-306000" algn="l" rtl="0">
              <a:lnSpc>
                <a:spcPct val="110000"/>
              </a:lnSpc>
              <a:spcBef>
                <a:spcPts val="933"/>
              </a:spcBef>
              <a:spcAft>
                <a:spcPts val="0"/>
              </a:spcAft>
              <a:buSzPct val="91999"/>
              <a:buChar char="◼"/>
            </a:pPr>
            <a:r>
              <a:rPr lang="en-US" sz="1800"/>
              <a:t>The trained model processes new demographic data to predict the appropriate welfare scheme in real time through cloud deployment.</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20"/>
          <p:cNvSpPr txBox="1">
            <a:spLocks noGrp="1"/>
          </p:cNvSpPr>
          <p:nvPr>
            <p:ph type="title"/>
          </p:nvPr>
        </p:nvSpPr>
        <p:spPr>
          <a:xfrm>
            <a:off x="581191" y="656245"/>
            <a:ext cx="11029500" cy="530400"/>
          </a:xfrm>
          <a:prstGeom prst="rect">
            <a:avLst/>
          </a:prstGeom>
          <a:noFill/>
          <a:ln>
            <a:noFill/>
          </a:ln>
        </p:spPr>
        <p:txBody>
          <a:bodyPr spcFirstLastPara="1" wrap="square" lIns="91425" tIns="45700" rIns="91425" bIns="45700" anchor="b" anchorCtr="0">
            <a:normAutofit fontScale="90000"/>
          </a:bodyPr>
          <a:lstStyle/>
          <a:p>
            <a:pPr marL="0" lvl="0" indent="0" algn="l" rtl="0">
              <a:lnSpc>
                <a:spcPct val="100000"/>
              </a:lnSpc>
              <a:spcBef>
                <a:spcPts val="0"/>
              </a:spcBef>
              <a:spcAft>
                <a:spcPts val="0"/>
              </a:spcAft>
              <a:buClr>
                <a:schemeClr val="accent1"/>
              </a:buClr>
              <a:buSzPct val="100000"/>
              <a:buFont typeface="Arial"/>
              <a:buNone/>
            </a:pPr>
            <a:r>
              <a:rPr lang="en-US" sz="4400" b="1">
                <a:solidFill>
                  <a:schemeClr val="accent1"/>
                </a:solidFill>
                <a:latin typeface="Arial"/>
                <a:ea typeface="Arial"/>
                <a:cs typeface="Arial"/>
                <a:sym typeface="Arial"/>
              </a:rPr>
              <a:t>RESULT</a:t>
            </a:r>
            <a:endParaRPr/>
          </a:p>
        </p:txBody>
      </p:sp>
      <p:sp>
        <p:nvSpPr>
          <p:cNvPr id="153" name="Google Shape;153;p20"/>
          <p:cNvSpPr txBox="1">
            <a:spLocks noGrp="1"/>
          </p:cNvSpPr>
          <p:nvPr>
            <p:ph type="body" idx="1"/>
          </p:nvPr>
        </p:nvSpPr>
        <p:spPr>
          <a:xfrm>
            <a:off x="581192" y="1302026"/>
            <a:ext cx="11029500" cy="4673400"/>
          </a:xfrm>
          <a:prstGeom prst="rect">
            <a:avLst/>
          </a:prstGeom>
          <a:noFill/>
          <a:ln>
            <a:noFill/>
          </a:ln>
        </p:spPr>
        <p:txBody>
          <a:bodyPr spcFirstLastPara="1" wrap="square" lIns="91425" tIns="45700" rIns="91425" bIns="45700" anchor="ctr" anchorCtr="0">
            <a:normAutofit/>
          </a:bodyPr>
          <a:lstStyle/>
          <a:p>
            <a:pPr marL="0" lvl="0" indent="0" algn="l" rtl="0">
              <a:lnSpc>
                <a:spcPct val="110000"/>
              </a:lnSpc>
              <a:spcBef>
                <a:spcPts val="0"/>
              </a:spcBef>
              <a:spcAft>
                <a:spcPts val="0"/>
              </a:spcAft>
              <a:buSzPts val="2208"/>
              <a:buNone/>
            </a:pPr>
            <a:r>
              <a:rPr lang="en-US" sz="2400">
                <a:solidFill>
                  <a:srgbClr val="0F0F0F"/>
                </a:solidFill>
              </a:rPr>
              <a:t>.</a:t>
            </a:r>
            <a:endParaRPr sz="2400"/>
          </a:p>
        </p:txBody>
      </p:sp>
      <p:pic>
        <p:nvPicPr>
          <p:cNvPr id="4" name="Picture 3">
            <a:extLst>
              <a:ext uri="{FF2B5EF4-FFF2-40B4-BE49-F238E27FC236}">
                <a16:creationId xmlns:a16="http://schemas.microsoft.com/office/drawing/2014/main" id="{E8587116-B464-A453-6A82-68BE5623DCA9}"/>
              </a:ext>
            </a:extLst>
          </p:cNvPr>
          <p:cNvPicPr>
            <a:picLocks noChangeAspect="1"/>
          </p:cNvPicPr>
          <p:nvPr/>
        </p:nvPicPr>
        <p:blipFill>
          <a:blip r:embed="rId3"/>
          <a:stretch>
            <a:fillRect/>
          </a:stretch>
        </p:blipFill>
        <p:spPr>
          <a:xfrm>
            <a:off x="478971" y="1186645"/>
            <a:ext cx="11234058" cy="501511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21"/>
          <p:cNvSpPr txBox="1">
            <a:spLocks noGrp="1"/>
          </p:cNvSpPr>
          <p:nvPr>
            <p:ph type="title"/>
          </p:nvPr>
        </p:nvSpPr>
        <p:spPr>
          <a:xfrm>
            <a:off x="581192" y="702156"/>
            <a:ext cx="11029500" cy="5304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accent1"/>
              </a:buClr>
              <a:buSzPts val="2800"/>
              <a:buFont typeface="Franklin Gothic"/>
              <a:buNone/>
            </a:pPr>
            <a:r>
              <a:rPr lang="en-US">
                <a:solidFill>
                  <a:schemeClr val="accent1"/>
                </a:solidFill>
              </a:rPr>
              <a:t>RESULT</a:t>
            </a:r>
            <a:endParaRPr>
              <a:solidFill>
                <a:schemeClr val="accent1"/>
              </a:solidFill>
            </a:endParaRPr>
          </a:p>
        </p:txBody>
      </p:sp>
      <p:sp>
        <p:nvSpPr>
          <p:cNvPr id="3" name="Text Placeholder 2">
            <a:extLst>
              <a:ext uri="{FF2B5EF4-FFF2-40B4-BE49-F238E27FC236}">
                <a16:creationId xmlns:a16="http://schemas.microsoft.com/office/drawing/2014/main" id="{047FD30E-9C48-0BA4-6A22-6C8057099B63}"/>
              </a:ext>
            </a:extLst>
          </p:cNvPr>
          <p:cNvSpPr>
            <a:spLocks noGrp="1"/>
          </p:cNvSpPr>
          <p:nvPr>
            <p:ph type="body" idx="1"/>
          </p:nvPr>
        </p:nvSpPr>
        <p:spPr/>
        <p:txBody>
          <a:bodyPr/>
          <a:lstStyle/>
          <a:p>
            <a:endParaRPr lang="en-IN" dirty="0"/>
          </a:p>
        </p:txBody>
      </p:sp>
      <p:pic>
        <p:nvPicPr>
          <p:cNvPr id="6" name="Picture 5">
            <a:extLst>
              <a:ext uri="{FF2B5EF4-FFF2-40B4-BE49-F238E27FC236}">
                <a16:creationId xmlns:a16="http://schemas.microsoft.com/office/drawing/2014/main" id="{BEE467BE-8825-2B8F-4EE8-41D75AEBA443}"/>
              </a:ext>
            </a:extLst>
          </p:cNvPr>
          <p:cNvPicPr>
            <a:picLocks noChangeAspect="1"/>
          </p:cNvPicPr>
          <p:nvPr/>
        </p:nvPicPr>
        <p:blipFill>
          <a:blip r:embed="rId3"/>
          <a:stretch>
            <a:fillRect/>
          </a:stretch>
        </p:blipFill>
        <p:spPr>
          <a:xfrm>
            <a:off x="391886" y="1232556"/>
            <a:ext cx="11335657" cy="4923288"/>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p22"/>
          <p:cNvSpPr txBox="1">
            <a:spLocks noGrp="1"/>
          </p:cNvSpPr>
          <p:nvPr>
            <p:ph type="title"/>
          </p:nvPr>
        </p:nvSpPr>
        <p:spPr>
          <a:xfrm>
            <a:off x="581192" y="702156"/>
            <a:ext cx="11029500" cy="5304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accent1"/>
              </a:buClr>
              <a:buSzPts val="2800"/>
              <a:buFont typeface="Franklin Gothic"/>
              <a:buNone/>
            </a:pPr>
            <a:r>
              <a:rPr lang="en-US">
                <a:solidFill>
                  <a:schemeClr val="accent1"/>
                </a:solidFill>
              </a:rPr>
              <a:t>RESULT</a:t>
            </a:r>
            <a:endParaRPr>
              <a:solidFill>
                <a:schemeClr val="accent1"/>
              </a:solidFill>
            </a:endParaRPr>
          </a:p>
        </p:txBody>
      </p:sp>
      <p:sp>
        <p:nvSpPr>
          <p:cNvPr id="3" name="Text Placeholder 2">
            <a:extLst>
              <a:ext uri="{FF2B5EF4-FFF2-40B4-BE49-F238E27FC236}">
                <a16:creationId xmlns:a16="http://schemas.microsoft.com/office/drawing/2014/main" id="{09E37F91-3DE7-0EA0-DD63-8151638AA32E}"/>
              </a:ext>
            </a:extLst>
          </p:cNvPr>
          <p:cNvSpPr>
            <a:spLocks noGrp="1"/>
          </p:cNvSpPr>
          <p:nvPr>
            <p:ph type="body" idx="1"/>
          </p:nvPr>
        </p:nvSpPr>
        <p:spPr/>
        <p:txBody>
          <a:bodyPr/>
          <a:lstStyle/>
          <a:p>
            <a:endParaRPr lang="en-IN" dirty="0"/>
          </a:p>
        </p:txBody>
      </p:sp>
      <p:pic>
        <p:nvPicPr>
          <p:cNvPr id="6" name="Picture 5">
            <a:extLst>
              <a:ext uri="{FF2B5EF4-FFF2-40B4-BE49-F238E27FC236}">
                <a16:creationId xmlns:a16="http://schemas.microsoft.com/office/drawing/2014/main" id="{E1288A96-0AE6-A6D0-AFCD-0327353A3A63}"/>
              </a:ext>
            </a:extLst>
          </p:cNvPr>
          <p:cNvPicPr>
            <a:picLocks noChangeAspect="1"/>
          </p:cNvPicPr>
          <p:nvPr/>
        </p:nvPicPr>
        <p:blipFill>
          <a:blip r:embed="rId3"/>
          <a:stretch>
            <a:fillRect/>
          </a:stretch>
        </p:blipFill>
        <p:spPr>
          <a:xfrm>
            <a:off x="449942" y="1232556"/>
            <a:ext cx="11335657" cy="4795408"/>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sp>
        <p:nvSpPr>
          <p:cNvPr id="171" name="Google Shape;171;p23"/>
          <p:cNvSpPr txBox="1">
            <a:spLocks noGrp="1"/>
          </p:cNvSpPr>
          <p:nvPr>
            <p:ph type="title"/>
          </p:nvPr>
        </p:nvSpPr>
        <p:spPr>
          <a:xfrm>
            <a:off x="581192" y="702156"/>
            <a:ext cx="11029500" cy="5304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accent1"/>
              </a:buClr>
              <a:buSzPts val="2800"/>
              <a:buFont typeface="Franklin Gothic"/>
              <a:buNone/>
            </a:pPr>
            <a:r>
              <a:rPr lang="en-US">
                <a:solidFill>
                  <a:schemeClr val="accent1"/>
                </a:solidFill>
              </a:rPr>
              <a:t>RESULT</a:t>
            </a:r>
            <a:endParaRPr>
              <a:solidFill>
                <a:schemeClr val="accent1"/>
              </a:solidFill>
            </a:endParaRPr>
          </a:p>
        </p:txBody>
      </p:sp>
      <p:sp>
        <p:nvSpPr>
          <p:cNvPr id="3" name="Text Placeholder 2">
            <a:extLst>
              <a:ext uri="{FF2B5EF4-FFF2-40B4-BE49-F238E27FC236}">
                <a16:creationId xmlns:a16="http://schemas.microsoft.com/office/drawing/2014/main" id="{54478DDB-1507-D0C5-1E54-BD84FB99C463}"/>
              </a:ext>
            </a:extLst>
          </p:cNvPr>
          <p:cNvSpPr>
            <a:spLocks noGrp="1"/>
          </p:cNvSpPr>
          <p:nvPr>
            <p:ph type="body" idx="1"/>
          </p:nvPr>
        </p:nvSpPr>
        <p:spPr/>
        <p:txBody>
          <a:bodyPr/>
          <a:lstStyle/>
          <a:p>
            <a:endParaRPr lang="en-IN" dirty="0"/>
          </a:p>
        </p:txBody>
      </p:sp>
      <p:pic>
        <p:nvPicPr>
          <p:cNvPr id="7" name="Picture 6">
            <a:extLst>
              <a:ext uri="{FF2B5EF4-FFF2-40B4-BE49-F238E27FC236}">
                <a16:creationId xmlns:a16="http://schemas.microsoft.com/office/drawing/2014/main" id="{DD3446A3-41D9-A7F8-5507-67B87E1321C0}"/>
              </a:ext>
            </a:extLst>
          </p:cNvPr>
          <p:cNvPicPr>
            <a:picLocks noChangeAspect="1"/>
          </p:cNvPicPr>
          <p:nvPr/>
        </p:nvPicPr>
        <p:blipFill>
          <a:blip r:embed="rId3"/>
          <a:stretch>
            <a:fillRect/>
          </a:stretch>
        </p:blipFill>
        <p:spPr>
          <a:xfrm>
            <a:off x="342900" y="1232556"/>
            <a:ext cx="11569700" cy="4923288"/>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sp>
        <p:nvSpPr>
          <p:cNvPr id="177" name="Google Shape;177;p24"/>
          <p:cNvSpPr txBox="1">
            <a:spLocks noGrp="1"/>
          </p:cNvSpPr>
          <p:nvPr>
            <p:ph type="title"/>
          </p:nvPr>
        </p:nvSpPr>
        <p:spPr>
          <a:xfrm>
            <a:off x="581192" y="702156"/>
            <a:ext cx="11029500" cy="5304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accent1"/>
              </a:buClr>
              <a:buSzPts val="2800"/>
              <a:buFont typeface="Franklin Gothic"/>
              <a:buNone/>
            </a:pPr>
            <a:r>
              <a:rPr lang="en-US">
                <a:solidFill>
                  <a:schemeClr val="accent1"/>
                </a:solidFill>
              </a:rPr>
              <a:t>RESULT</a:t>
            </a:r>
            <a:endParaRPr>
              <a:solidFill>
                <a:schemeClr val="accent1"/>
              </a:solidFill>
            </a:endParaRPr>
          </a:p>
        </p:txBody>
      </p:sp>
      <p:sp>
        <p:nvSpPr>
          <p:cNvPr id="3" name="Text Placeholder 2">
            <a:extLst>
              <a:ext uri="{FF2B5EF4-FFF2-40B4-BE49-F238E27FC236}">
                <a16:creationId xmlns:a16="http://schemas.microsoft.com/office/drawing/2014/main" id="{56EDEE54-FAE1-C36D-635C-669B7E839BD2}"/>
              </a:ext>
            </a:extLst>
          </p:cNvPr>
          <p:cNvSpPr>
            <a:spLocks noGrp="1"/>
          </p:cNvSpPr>
          <p:nvPr>
            <p:ph type="body" idx="1"/>
          </p:nvPr>
        </p:nvSpPr>
        <p:spPr/>
        <p:txBody>
          <a:bodyPr/>
          <a:lstStyle/>
          <a:p>
            <a:endParaRPr lang="en-IN" dirty="0"/>
          </a:p>
        </p:txBody>
      </p:sp>
      <p:pic>
        <p:nvPicPr>
          <p:cNvPr id="6" name="Picture 5">
            <a:extLst>
              <a:ext uri="{FF2B5EF4-FFF2-40B4-BE49-F238E27FC236}">
                <a16:creationId xmlns:a16="http://schemas.microsoft.com/office/drawing/2014/main" id="{E6D4B35A-3375-3657-699D-F50C2F36570C}"/>
              </a:ext>
            </a:extLst>
          </p:cNvPr>
          <p:cNvPicPr>
            <a:picLocks noChangeAspect="1"/>
          </p:cNvPicPr>
          <p:nvPr/>
        </p:nvPicPr>
        <p:blipFill>
          <a:blip r:embed="rId3"/>
          <a:stretch>
            <a:fillRect/>
          </a:stretch>
        </p:blipFill>
        <p:spPr>
          <a:xfrm>
            <a:off x="406400" y="1207283"/>
            <a:ext cx="11379200" cy="4948561"/>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3" name="Google Shape;183;p25"/>
          <p:cNvSpPr txBox="1">
            <a:spLocks noGrp="1"/>
          </p:cNvSpPr>
          <p:nvPr>
            <p:ph type="title"/>
          </p:nvPr>
        </p:nvSpPr>
        <p:spPr>
          <a:xfrm>
            <a:off x="581192" y="702156"/>
            <a:ext cx="11029500" cy="5304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accent1"/>
              </a:buClr>
              <a:buSzPts val="2800"/>
              <a:buFont typeface="Franklin Gothic"/>
              <a:buNone/>
            </a:pPr>
            <a:r>
              <a:rPr lang="en-US">
                <a:solidFill>
                  <a:schemeClr val="accent1"/>
                </a:solidFill>
              </a:rPr>
              <a:t>RESULT</a:t>
            </a:r>
            <a:endParaRPr/>
          </a:p>
        </p:txBody>
      </p:sp>
      <p:sp>
        <p:nvSpPr>
          <p:cNvPr id="3" name="Text Placeholder 2">
            <a:extLst>
              <a:ext uri="{FF2B5EF4-FFF2-40B4-BE49-F238E27FC236}">
                <a16:creationId xmlns:a16="http://schemas.microsoft.com/office/drawing/2014/main" id="{D38BD8F4-2C69-0D15-1291-65B206EFE3FB}"/>
              </a:ext>
            </a:extLst>
          </p:cNvPr>
          <p:cNvSpPr>
            <a:spLocks noGrp="1"/>
          </p:cNvSpPr>
          <p:nvPr>
            <p:ph type="body" idx="1"/>
          </p:nvPr>
        </p:nvSpPr>
        <p:spPr/>
        <p:txBody>
          <a:bodyPr/>
          <a:lstStyle/>
          <a:p>
            <a:endParaRPr lang="en-IN" dirty="0"/>
          </a:p>
        </p:txBody>
      </p:sp>
      <p:pic>
        <p:nvPicPr>
          <p:cNvPr id="9" name="Picture 8">
            <a:extLst>
              <a:ext uri="{FF2B5EF4-FFF2-40B4-BE49-F238E27FC236}">
                <a16:creationId xmlns:a16="http://schemas.microsoft.com/office/drawing/2014/main" id="{6624A8D0-56EA-2130-3277-049B71FE38B3}"/>
              </a:ext>
            </a:extLst>
          </p:cNvPr>
          <p:cNvPicPr>
            <a:picLocks noChangeAspect="1"/>
          </p:cNvPicPr>
          <p:nvPr/>
        </p:nvPicPr>
        <p:blipFill>
          <a:blip r:embed="rId3"/>
          <a:stretch>
            <a:fillRect/>
          </a:stretch>
        </p:blipFill>
        <p:spPr>
          <a:xfrm>
            <a:off x="431800" y="1232556"/>
            <a:ext cx="11391900" cy="5013846"/>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26"/>
          <p:cNvSpPr txBox="1">
            <a:spLocks noGrp="1"/>
          </p:cNvSpPr>
          <p:nvPr>
            <p:ph type="title"/>
          </p:nvPr>
        </p:nvSpPr>
        <p:spPr>
          <a:xfrm>
            <a:off x="581192" y="702156"/>
            <a:ext cx="11029500" cy="5304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accent1"/>
              </a:buClr>
              <a:buSzPts val="2800"/>
              <a:buFont typeface="Franklin Gothic"/>
              <a:buNone/>
            </a:pPr>
            <a:r>
              <a:rPr lang="en-US">
                <a:solidFill>
                  <a:schemeClr val="accent1"/>
                </a:solidFill>
              </a:rPr>
              <a:t>RESULT</a:t>
            </a:r>
            <a:endParaRPr/>
          </a:p>
        </p:txBody>
      </p:sp>
      <p:sp>
        <p:nvSpPr>
          <p:cNvPr id="5" name="Text Placeholder 4">
            <a:extLst>
              <a:ext uri="{FF2B5EF4-FFF2-40B4-BE49-F238E27FC236}">
                <a16:creationId xmlns:a16="http://schemas.microsoft.com/office/drawing/2014/main" id="{E39125EE-087E-A527-30CB-513896FF244A}"/>
              </a:ext>
            </a:extLst>
          </p:cNvPr>
          <p:cNvSpPr>
            <a:spLocks noGrp="1"/>
          </p:cNvSpPr>
          <p:nvPr>
            <p:ph type="body" idx="1"/>
          </p:nvPr>
        </p:nvSpPr>
        <p:spPr/>
        <p:txBody>
          <a:bodyPr/>
          <a:lstStyle/>
          <a:p>
            <a:endParaRPr lang="en-IN" dirty="0"/>
          </a:p>
        </p:txBody>
      </p:sp>
      <p:pic>
        <p:nvPicPr>
          <p:cNvPr id="7" name="Picture 6">
            <a:extLst>
              <a:ext uri="{FF2B5EF4-FFF2-40B4-BE49-F238E27FC236}">
                <a16:creationId xmlns:a16="http://schemas.microsoft.com/office/drawing/2014/main" id="{1B85268E-E4CA-F3D2-E622-FC44D96DDEF1}"/>
              </a:ext>
            </a:extLst>
          </p:cNvPr>
          <p:cNvPicPr>
            <a:picLocks noChangeAspect="1"/>
          </p:cNvPicPr>
          <p:nvPr/>
        </p:nvPicPr>
        <p:blipFill>
          <a:blip r:embed="rId3"/>
          <a:stretch>
            <a:fillRect/>
          </a:stretch>
        </p:blipFill>
        <p:spPr>
          <a:xfrm>
            <a:off x="406400" y="1232556"/>
            <a:ext cx="11404600" cy="5012432"/>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p27"/>
          <p:cNvSpPr txBox="1">
            <a:spLocks noGrp="1"/>
          </p:cNvSpPr>
          <p:nvPr>
            <p:ph type="title"/>
          </p:nvPr>
        </p:nvSpPr>
        <p:spPr>
          <a:xfrm>
            <a:off x="581192" y="702156"/>
            <a:ext cx="11029500" cy="5304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accent1"/>
              </a:buClr>
              <a:buSzPts val="2800"/>
              <a:buFont typeface="Franklin Gothic"/>
              <a:buNone/>
            </a:pPr>
            <a:r>
              <a:rPr lang="en-US">
                <a:solidFill>
                  <a:schemeClr val="accent1"/>
                </a:solidFill>
              </a:rPr>
              <a:t>RESULT</a:t>
            </a:r>
            <a:endParaRPr/>
          </a:p>
        </p:txBody>
      </p:sp>
      <p:sp>
        <p:nvSpPr>
          <p:cNvPr id="3" name="Text Placeholder 2">
            <a:extLst>
              <a:ext uri="{FF2B5EF4-FFF2-40B4-BE49-F238E27FC236}">
                <a16:creationId xmlns:a16="http://schemas.microsoft.com/office/drawing/2014/main" id="{83F3CB38-8C82-2C23-5543-0EB0B8C9A21D}"/>
              </a:ext>
            </a:extLst>
          </p:cNvPr>
          <p:cNvSpPr>
            <a:spLocks noGrp="1"/>
          </p:cNvSpPr>
          <p:nvPr>
            <p:ph type="body" idx="1"/>
          </p:nvPr>
        </p:nvSpPr>
        <p:spPr/>
        <p:txBody>
          <a:bodyPr/>
          <a:lstStyle/>
          <a:p>
            <a:endParaRPr lang="en-IN" dirty="0"/>
          </a:p>
        </p:txBody>
      </p:sp>
      <p:pic>
        <p:nvPicPr>
          <p:cNvPr id="5" name="Picture 4">
            <a:extLst>
              <a:ext uri="{FF2B5EF4-FFF2-40B4-BE49-F238E27FC236}">
                <a16:creationId xmlns:a16="http://schemas.microsoft.com/office/drawing/2014/main" id="{37B1CD8E-7138-80B6-12DB-3D8E6E781636}"/>
              </a:ext>
            </a:extLst>
          </p:cNvPr>
          <p:cNvPicPr>
            <a:picLocks noChangeAspect="1"/>
          </p:cNvPicPr>
          <p:nvPr/>
        </p:nvPicPr>
        <p:blipFill>
          <a:blip r:embed="rId3"/>
          <a:stretch>
            <a:fillRect/>
          </a:stretch>
        </p:blipFill>
        <p:spPr>
          <a:xfrm>
            <a:off x="431800" y="1232556"/>
            <a:ext cx="11366500" cy="474287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01" name="Google Shape;201;p28"/>
          <p:cNvSpPr txBox="1">
            <a:spLocks noGrp="1"/>
          </p:cNvSpPr>
          <p:nvPr>
            <p:ph type="title"/>
          </p:nvPr>
        </p:nvSpPr>
        <p:spPr>
          <a:xfrm>
            <a:off x="581192" y="702156"/>
            <a:ext cx="11029500" cy="5304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accent1"/>
              </a:buClr>
              <a:buSzPts val="2800"/>
              <a:buFont typeface="Franklin Gothic"/>
              <a:buNone/>
            </a:pPr>
            <a:r>
              <a:rPr lang="en-US">
                <a:solidFill>
                  <a:schemeClr val="accent1"/>
                </a:solidFill>
              </a:rPr>
              <a:t>RESULT</a:t>
            </a:r>
            <a:endParaRPr/>
          </a:p>
        </p:txBody>
      </p:sp>
      <p:sp>
        <p:nvSpPr>
          <p:cNvPr id="3" name="Text Placeholder 2">
            <a:extLst>
              <a:ext uri="{FF2B5EF4-FFF2-40B4-BE49-F238E27FC236}">
                <a16:creationId xmlns:a16="http://schemas.microsoft.com/office/drawing/2014/main" id="{0FAAC344-15A5-361F-F5BA-712661B7B259}"/>
              </a:ext>
            </a:extLst>
          </p:cNvPr>
          <p:cNvSpPr>
            <a:spLocks noGrp="1"/>
          </p:cNvSpPr>
          <p:nvPr>
            <p:ph type="body" idx="1"/>
          </p:nvPr>
        </p:nvSpPr>
        <p:spPr/>
        <p:txBody>
          <a:bodyPr/>
          <a:lstStyle/>
          <a:p>
            <a:endParaRPr lang="en-IN" dirty="0"/>
          </a:p>
        </p:txBody>
      </p:sp>
      <p:pic>
        <p:nvPicPr>
          <p:cNvPr id="5" name="Picture 4">
            <a:extLst>
              <a:ext uri="{FF2B5EF4-FFF2-40B4-BE49-F238E27FC236}">
                <a16:creationId xmlns:a16="http://schemas.microsoft.com/office/drawing/2014/main" id="{5CD28AD1-3903-D3B9-91FF-37CE3363A0D8}"/>
              </a:ext>
            </a:extLst>
          </p:cNvPr>
          <p:cNvPicPr>
            <a:picLocks noChangeAspect="1"/>
          </p:cNvPicPr>
          <p:nvPr/>
        </p:nvPicPr>
        <p:blipFill>
          <a:blip r:embed="rId3"/>
          <a:stretch>
            <a:fillRect/>
          </a:stretch>
        </p:blipFill>
        <p:spPr>
          <a:xfrm>
            <a:off x="457200" y="1232556"/>
            <a:ext cx="11277600" cy="4923288"/>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06"/>
        <p:cNvGrpSpPr/>
        <p:nvPr/>
      </p:nvGrpSpPr>
      <p:grpSpPr>
        <a:xfrm>
          <a:off x="0" y="0"/>
          <a:ext cx="0" cy="0"/>
          <a:chOff x="0" y="0"/>
          <a:chExt cx="0" cy="0"/>
        </a:xfrm>
      </p:grpSpPr>
      <p:sp>
        <p:nvSpPr>
          <p:cNvPr id="207" name="Google Shape;207;p29"/>
          <p:cNvSpPr txBox="1">
            <a:spLocks noGrp="1"/>
          </p:cNvSpPr>
          <p:nvPr>
            <p:ph type="title"/>
          </p:nvPr>
        </p:nvSpPr>
        <p:spPr>
          <a:xfrm>
            <a:off x="581192" y="702156"/>
            <a:ext cx="11029500" cy="5304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accent1"/>
              </a:buClr>
              <a:buSzPts val="2800"/>
              <a:buFont typeface="Franklin Gothic"/>
              <a:buNone/>
            </a:pPr>
            <a:r>
              <a:rPr lang="en-US">
                <a:solidFill>
                  <a:schemeClr val="accent1"/>
                </a:solidFill>
              </a:rPr>
              <a:t>RESULT</a:t>
            </a:r>
            <a:endParaRPr/>
          </a:p>
        </p:txBody>
      </p:sp>
      <p:sp>
        <p:nvSpPr>
          <p:cNvPr id="3" name="Text Placeholder 2">
            <a:extLst>
              <a:ext uri="{FF2B5EF4-FFF2-40B4-BE49-F238E27FC236}">
                <a16:creationId xmlns:a16="http://schemas.microsoft.com/office/drawing/2014/main" id="{D43BE3BE-3DF3-7C87-CB89-BC71F0189CE2}"/>
              </a:ext>
            </a:extLst>
          </p:cNvPr>
          <p:cNvSpPr>
            <a:spLocks noGrp="1"/>
          </p:cNvSpPr>
          <p:nvPr>
            <p:ph type="body" idx="1"/>
          </p:nvPr>
        </p:nvSpPr>
        <p:spPr/>
        <p:txBody>
          <a:bodyPr/>
          <a:lstStyle/>
          <a:p>
            <a:endParaRPr lang="en-IN"/>
          </a:p>
        </p:txBody>
      </p:sp>
      <p:pic>
        <p:nvPicPr>
          <p:cNvPr id="5" name="Picture 4">
            <a:extLst>
              <a:ext uri="{FF2B5EF4-FFF2-40B4-BE49-F238E27FC236}">
                <a16:creationId xmlns:a16="http://schemas.microsoft.com/office/drawing/2014/main" id="{9B57AFBD-6635-D31C-BA76-23888DEE9FD8}"/>
              </a:ext>
            </a:extLst>
          </p:cNvPr>
          <p:cNvPicPr>
            <a:picLocks noChangeAspect="1"/>
          </p:cNvPicPr>
          <p:nvPr/>
        </p:nvPicPr>
        <p:blipFill>
          <a:blip r:embed="rId3"/>
          <a:stretch>
            <a:fillRect/>
          </a:stretch>
        </p:blipFill>
        <p:spPr>
          <a:xfrm>
            <a:off x="431800" y="1232556"/>
            <a:ext cx="11290300" cy="4923288"/>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sp>
        <p:nvSpPr>
          <p:cNvPr id="213" name="Google Shape;213;p30"/>
          <p:cNvSpPr txBox="1">
            <a:spLocks noGrp="1"/>
          </p:cNvSpPr>
          <p:nvPr>
            <p:ph type="title"/>
          </p:nvPr>
        </p:nvSpPr>
        <p:spPr>
          <a:xfrm>
            <a:off x="581192" y="702156"/>
            <a:ext cx="11029500" cy="5304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accent1"/>
              </a:buClr>
              <a:buSzPts val="2800"/>
              <a:buFont typeface="Franklin Gothic"/>
              <a:buNone/>
            </a:pPr>
            <a:r>
              <a:rPr lang="en-US">
                <a:solidFill>
                  <a:schemeClr val="accent1"/>
                </a:solidFill>
              </a:rPr>
              <a:t>RESULT</a:t>
            </a:r>
            <a:endParaRPr/>
          </a:p>
        </p:txBody>
      </p:sp>
      <p:sp>
        <p:nvSpPr>
          <p:cNvPr id="3" name="Text Placeholder 2">
            <a:extLst>
              <a:ext uri="{FF2B5EF4-FFF2-40B4-BE49-F238E27FC236}">
                <a16:creationId xmlns:a16="http://schemas.microsoft.com/office/drawing/2014/main" id="{0F1D6EBD-8C0C-5F9B-0262-B2D452902D3C}"/>
              </a:ext>
            </a:extLst>
          </p:cNvPr>
          <p:cNvSpPr>
            <a:spLocks noGrp="1"/>
          </p:cNvSpPr>
          <p:nvPr>
            <p:ph type="body" idx="1"/>
          </p:nvPr>
        </p:nvSpPr>
        <p:spPr/>
        <p:txBody>
          <a:bodyPr/>
          <a:lstStyle/>
          <a:p>
            <a:endParaRPr lang="en-IN" dirty="0"/>
          </a:p>
        </p:txBody>
      </p:sp>
      <p:pic>
        <p:nvPicPr>
          <p:cNvPr id="5" name="Picture 4">
            <a:extLst>
              <a:ext uri="{FF2B5EF4-FFF2-40B4-BE49-F238E27FC236}">
                <a16:creationId xmlns:a16="http://schemas.microsoft.com/office/drawing/2014/main" id="{BA2B2361-25AA-2C6A-DF50-9EDD8296B29E}"/>
              </a:ext>
            </a:extLst>
          </p:cNvPr>
          <p:cNvPicPr>
            <a:picLocks noChangeAspect="1"/>
          </p:cNvPicPr>
          <p:nvPr/>
        </p:nvPicPr>
        <p:blipFill>
          <a:blip r:embed="rId3"/>
          <a:stretch>
            <a:fillRect/>
          </a:stretch>
        </p:blipFill>
        <p:spPr>
          <a:xfrm>
            <a:off x="444442" y="1232556"/>
            <a:ext cx="11303000" cy="4923288"/>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18"/>
        <p:cNvGrpSpPr/>
        <p:nvPr/>
      </p:nvGrpSpPr>
      <p:grpSpPr>
        <a:xfrm>
          <a:off x="0" y="0"/>
          <a:ext cx="0" cy="0"/>
          <a:chOff x="0" y="0"/>
          <a:chExt cx="0" cy="0"/>
        </a:xfrm>
      </p:grpSpPr>
      <p:sp>
        <p:nvSpPr>
          <p:cNvPr id="219" name="Google Shape;219;p31"/>
          <p:cNvSpPr txBox="1">
            <a:spLocks noGrp="1"/>
          </p:cNvSpPr>
          <p:nvPr>
            <p:ph type="title"/>
          </p:nvPr>
        </p:nvSpPr>
        <p:spPr>
          <a:xfrm>
            <a:off x="581192" y="702156"/>
            <a:ext cx="11029500" cy="5304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accent1"/>
              </a:buClr>
              <a:buSzPts val="2800"/>
              <a:buFont typeface="Franklin Gothic"/>
              <a:buNone/>
            </a:pPr>
            <a:r>
              <a:rPr lang="en-US">
                <a:solidFill>
                  <a:schemeClr val="accent1"/>
                </a:solidFill>
              </a:rPr>
              <a:t>RESULT</a:t>
            </a:r>
            <a:endParaRPr/>
          </a:p>
        </p:txBody>
      </p:sp>
      <p:sp>
        <p:nvSpPr>
          <p:cNvPr id="3" name="Text Placeholder 2">
            <a:extLst>
              <a:ext uri="{FF2B5EF4-FFF2-40B4-BE49-F238E27FC236}">
                <a16:creationId xmlns:a16="http://schemas.microsoft.com/office/drawing/2014/main" id="{3B795BED-4E38-DB92-B541-ECBBC37409FF}"/>
              </a:ext>
            </a:extLst>
          </p:cNvPr>
          <p:cNvSpPr>
            <a:spLocks noGrp="1"/>
          </p:cNvSpPr>
          <p:nvPr>
            <p:ph type="body" idx="1"/>
          </p:nvPr>
        </p:nvSpPr>
        <p:spPr/>
        <p:txBody>
          <a:bodyPr/>
          <a:lstStyle/>
          <a:p>
            <a:endParaRPr lang="en-IN" dirty="0"/>
          </a:p>
        </p:txBody>
      </p:sp>
      <p:pic>
        <p:nvPicPr>
          <p:cNvPr id="5" name="Picture 4">
            <a:extLst>
              <a:ext uri="{FF2B5EF4-FFF2-40B4-BE49-F238E27FC236}">
                <a16:creationId xmlns:a16="http://schemas.microsoft.com/office/drawing/2014/main" id="{9D8E51AF-0514-3F88-C9CA-8F5B5A29838A}"/>
              </a:ext>
            </a:extLst>
          </p:cNvPr>
          <p:cNvPicPr>
            <a:picLocks noChangeAspect="1"/>
          </p:cNvPicPr>
          <p:nvPr/>
        </p:nvPicPr>
        <p:blipFill>
          <a:blip r:embed="rId3"/>
          <a:stretch>
            <a:fillRect/>
          </a:stretch>
        </p:blipFill>
        <p:spPr>
          <a:xfrm>
            <a:off x="450792" y="1267291"/>
            <a:ext cx="11290300" cy="474287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24"/>
        <p:cNvGrpSpPr/>
        <p:nvPr/>
      </p:nvGrpSpPr>
      <p:grpSpPr>
        <a:xfrm>
          <a:off x="0" y="0"/>
          <a:ext cx="0" cy="0"/>
          <a:chOff x="0" y="0"/>
          <a:chExt cx="0" cy="0"/>
        </a:xfrm>
      </p:grpSpPr>
      <p:sp>
        <p:nvSpPr>
          <p:cNvPr id="225" name="Google Shape;225;p32"/>
          <p:cNvSpPr txBox="1">
            <a:spLocks noGrp="1"/>
          </p:cNvSpPr>
          <p:nvPr>
            <p:ph type="title"/>
          </p:nvPr>
        </p:nvSpPr>
        <p:spPr>
          <a:xfrm>
            <a:off x="581192" y="702156"/>
            <a:ext cx="11029500" cy="5304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accent1"/>
              </a:buClr>
              <a:buSzPts val="2800"/>
              <a:buFont typeface="Franklin Gothic"/>
              <a:buNone/>
            </a:pPr>
            <a:r>
              <a:rPr lang="en-US">
                <a:solidFill>
                  <a:schemeClr val="accent1"/>
                </a:solidFill>
              </a:rPr>
              <a:t>RESULT</a:t>
            </a:r>
            <a:endParaRPr/>
          </a:p>
        </p:txBody>
      </p:sp>
      <p:sp>
        <p:nvSpPr>
          <p:cNvPr id="3" name="Text Placeholder 2">
            <a:extLst>
              <a:ext uri="{FF2B5EF4-FFF2-40B4-BE49-F238E27FC236}">
                <a16:creationId xmlns:a16="http://schemas.microsoft.com/office/drawing/2014/main" id="{C4A88385-558C-FEA4-FA96-4B7D22611F7A}"/>
              </a:ext>
            </a:extLst>
          </p:cNvPr>
          <p:cNvSpPr>
            <a:spLocks noGrp="1"/>
          </p:cNvSpPr>
          <p:nvPr>
            <p:ph type="body" idx="1"/>
          </p:nvPr>
        </p:nvSpPr>
        <p:spPr/>
        <p:txBody>
          <a:bodyPr/>
          <a:lstStyle/>
          <a:p>
            <a:endParaRPr lang="en-IN" dirty="0"/>
          </a:p>
        </p:txBody>
      </p:sp>
      <p:pic>
        <p:nvPicPr>
          <p:cNvPr id="5" name="Picture 4">
            <a:extLst>
              <a:ext uri="{FF2B5EF4-FFF2-40B4-BE49-F238E27FC236}">
                <a16:creationId xmlns:a16="http://schemas.microsoft.com/office/drawing/2014/main" id="{6298525F-4F26-B7E4-E92D-F62D9F35BC1E}"/>
              </a:ext>
            </a:extLst>
          </p:cNvPr>
          <p:cNvPicPr>
            <a:picLocks noChangeAspect="1"/>
          </p:cNvPicPr>
          <p:nvPr/>
        </p:nvPicPr>
        <p:blipFill>
          <a:blip r:embed="rId3"/>
          <a:stretch>
            <a:fillRect/>
          </a:stretch>
        </p:blipFill>
        <p:spPr>
          <a:xfrm>
            <a:off x="317500" y="1232556"/>
            <a:ext cx="11506200" cy="474287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30"/>
        <p:cNvGrpSpPr/>
        <p:nvPr/>
      </p:nvGrpSpPr>
      <p:grpSpPr>
        <a:xfrm>
          <a:off x="0" y="0"/>
          <a:ext cx="0" cy="0"/>
          <a:chOff x="0" y="0"/>
          <a:chExt cx="0" cy="0"/>
        </a:xfrm>
      </p:grpSpPr>
      <p:sp>
        <p:nvSpPr>
          <p:cNvPr id="231" name="Google Shape;231;p33"/>
          <p:cNvSpPr txBox="1">
            <a:spLocks noGrp="1"/>
          </p:cNvSpPr>
          <p:nvPr>
            <p:ph type="title"/>
          </p:nvPr>
        </p:nvSpPr>
        <p:spPr>
          <a:xfrm>
            <a:off x="581192" y="702156"/>
            <a:ext cx="11029500" cy="5304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accent1"/>
              </a:buClr>
              <a:buSzPts val="2800"/>
              <a:buFont typeface="Franklin Gothic"/>
              <a:buNone/>
            </a:pPr>
            <a:r>
              <a:rPr lang="en-US">
                <a:solidFill>
                  <a:schemeClr val="accent1"/>
                </a:solidFill>
              </a:rPr>
              <a:t>RESULT</a:t>
            </a:r>
            <a:endParaRPr/>
          </a:p>
        </p:txBody>
      </p:sp>
      <p:sp>
        <p:nvSpPr>
          <p:cNvPr id="5" name="Text Placeholder 4">
            <a:extLst>
              <a:ext uri="{FF2B5EF4-FFF2-40B4-BE49-F238E27FC236}">
                <a16:creationId xmlns:a16="http://schemas.microsoft.com/office/drawing/2014/main" id="{DE4B498C-DE77-D80F-13DC-735AF16B9208}"/>
              </a:ext>
            </a:extLst>
          </p:cNvPr>
          <p:cNvSpPr>
            <a:spLocks noGrp="1"/>
          </p:cNvSpPr>
          <p:nvPr>
            <p:ph type="body" idx="1"/>
          </p:nvPr>
        </p:nvSpPr>
        <p:spPr/>
        <p:txBody>
          <a:bodyPr/>
          <a:lstStyle/>
          <a:p>
            <a:endParaRPr lang="en-IN" dirty="0"/>
          </a:p>
        </p:txBody>
      </p:sp>
      <p:pic>
        <p:nvPicPr>
          <p:cNvPr id="7" name="Picture 6">
            <a:extLst>
              <a:ext uri="{FF2B5EF4-FFF2-40B4-BE49-F238E27FC236}">
                <a16:creationId xmlns:a16="http://schemas.microsoft.com/office/drawing/2014/main" id="{BD8685BC-C56E-D56C-FF8B-F75D20F2C79B}"/>
              </a:ext>
            </a:extLst>
          </p:cNvPr>
          <p:cNvPicPr>
            <a:picLocks noChangeAspect="1"/>
          </p:cNvPicPr>
          <p:nvPr/>
        </p:nvPicPr>
        <p:blipFill>
          <a:blip r:embed="rId3"/>
          <a:stretch>
            <a:fillRect/>
          </a:stretch>
        </p:blipFill>
        <p:spPr>
          <a:xfrm>
            <a:off x="449942" y="1232556"/>
            <a:ext cx="11277601" cy="4923288"/>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34"/>
          <p:cNvSpPr txBox="1">
            <a:spLocks noGrp="1"/>
          </p:cNvSpPr>
          <p:nvPr>
            <p:ph type="title"/>
          </p:nvPr>
        </p:nvSpPr>
        <p:spPr>
          <a:xfrm>
            <a:off x="581192" y="702156"/>
            <a:ext cx="11029500" cy="5304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accent1"/>
              </a:buClr>
              <a:buSzPts val="2800"/>
              <a:buFont typeface="Franklin Gothic"/>
              <a:buNone/>
            </a:pPr>
            <a:r>
              <a:rPr lang="en-US">
                <a:solidFill>
                  <a:schemeClr val="accent1"/>
                </a:solidFill>
              </a:rPr>
              <a:t>RESULT</a:t>
            </a:r>
            <a:endParaRPr/>
          </a:p>
        </p:txBody>
      </p:sp>
      <p:sp>
        <p:nvSpPr>
          <p:cNvPr id="3" name="Text Placeholder 2">
            <a:extLst>
              <a:ext uri="{FF2B5EF4-FFF2-40B4-BE49-F238E27FC236}">
                <a16:creationId xmlns:a16="http://schemas.microsoft.com/office/drawing/2014/main" id="{A6147C0F-756A-C854-B9CF-E332F956219F}"/>
              </a:ext>
            </a:extLst>
          </p:cNvPr>
          <p:cNvSpPr>
            <a:spLocks noGrp="1"/>
          </p:cNvSpPr>
          <p:nvPr>
            <p:ph type="body" idx="1"/>
          </p:nvPr>
        </p:nvSpPr>
        <p:spPr/>
        <p:txBody>
          <a:bodyPr/>
          <a:lstStyle/>
          <a:p>
            <a:endParaRPr lang="en-IN" dirty="0"/>
          </a:p>
        </p:txBody>
      </p:sp>
      <p:pic>
        <p:nvPicPr>
          <p:cNvPr id="7" name="Picture 6">
            <a:extLst>
              <a:ext uri="{FF2B5EF4-FFF2-40B4-BE49-F238E27FC236}">
                <a16:creationId xmlns:a16="http://schemas.microsoft.com/office/drawing/2014/main" id="{08A501F4-4CC9-BEC0-E990-B1FF1EFFDA5C}"/>
              </a:ext>
            </a:extLst>
          </p:cNvPr>
          <p:cNvPicPr>
            <a:picLocks noChangeAspect="1"/>
          </p:cNvPicPr>
          <p:nvPr/>
        </p:nvPicPr>
        <p:blipFill>
          <a:blip r:embed="rId3"/>
          <a:stretch>
            <a:fillRect/>
          </a:stretch>
        </p:blipFill>
        <p:spPr>
          <a:xfrm>
            <a:off x="420914" y="1232556"/>
            <a:ext cx="11393715" cy="5005516"/>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3" name="Google Shape;243;p35"/>
          <p:cNvSpPr txBox="1">
            <a:spLocks noGrp="1"/>
          </p:cNvSpPr>
          <p:nvPr>
            <p:ph type="title"/>
          </p:nvPr>
        </p:nvSpPr>
        <p:spPr>
          <a:xfrm>
            <a:off x="581192" y="1210156"/>
            <a:ext cx="11029500" cy="530400"/>
          </a:xfrm>
          <a:prstGeom prst="rect">
            <a:avLst/>
          </a:prstGeom>
          <a:noFill/>
          <a:ln>
            <a:noFill/>
          </a:ln>
        </p:spPr>
        <p:txBody>
          <a:bodyPr spcFirstLastPara="1" wrap="square" lIns="91425" tIns="45700" rIns="91425" bIns="45700" anchor="b" anchorCtr="0">
            <a:normAutofit fontScale="90000"/>
          </a:bodyPr>
          <a:lstStyle/>
          <a:p>
            <a:pPr marL="0" lvl="0" indent="0" algn="l" rtl="0">
              <a:lnSpc>
                <a:spcPct val="100000"/>
              </a:lnSpc>
              <a:spcBef>
                <a:spcPts val="0"/>
              </a:spcBef>
              <a:spcAft>
                <a:spcPts val="0"/>
              </a:spcAft>
              <a:buClr>
                <a:schemeClr val="accent1"/>
              </a:buClr>
              <a:buSzPct val="100000"/>
              <a:buFont typeface="Arial"/>
              <a:buNone/>
            </a:pPr>
            <a:br>
              <a:rPr lang="en-US" sz="4400" b="1">
                <a:solidFill>
                  <a:schemeClr val="accent1"/>
                </a:solidFill>
                <a:latin typeface="Arial"/>
                <a:ea typeface="Arial"/>
                <a:cs typeface="Arial"/>
                <a:sym typeface="Arial"/>
              </a:rPr>
            </a:br>
            <a:br>
              <a:rPr lang="en-US" sz="4400" b="1">
                <a:solidFill>
                  <a:schemeClr val="accent1"/>
                </a:solidFill>
                <a:latin typeface="Arial"/>
                <a:ea typeface="Arial"/>
                <a:cs typeface="Arial"/>
                <a:sym typeface="Arial"/>
              </a:rPr>
            </a:br>
            <a:r>
              <a:rPr lang="en-US" sz="4400" b="1">
                <a:solidFill>
                  <a:schemeClr val="accent1"/>
                </a:solidFill>
                <a:latin typeface="Arial"/>
                <a:ea typeface="Arial"/>
                <a:cs typeface="Arial"/>
                <a:sym typeface="Arial"/>
              </a:rPr>
              <a:t>CONCLUSION</a:t>
            </a:r>
            <a:endParaRPr/>
          </a:p>
        </p:txBody>
      </p:sp>
      <p:sp>
        <p:nvSpPr>
          <p:cNvPr id="244" name="Google Shape;244;p35"/>
          <p:cNvSpPr txBox="1">
            <a:spLocks noGrp="1"/>
          </p:cNvSpPr>
          <p:nvPr>
            <p:ph type="body" idx="1"/>
          </p:nvPr>
        </p:nvSpPr>
        <p:spPr>
          <a:xfrm>
            <a:off x="581192" y="1302026"/>
            <a:ext cx="11029500" cy="4673400"/>
          </a:xfrm>
          <a:prstGeom prst="rect">
            <a:avLst/>
          </a:prstGeom>
          <a:noFill/>
          <a:ln>
            <a:noFill/>
          </a:ln>
        </p:spPr>
        <p:txBody>
          <a:bodyPr spcFirstLastPara="1" wrap="square" lIns="91425" tIns="45700" rIns="91425" bIns="45700" anchor="ctr" anchorCtr="0">
            <a:normAutofit/>
          </a:bodyPr>
          <a:lstStyle/>
          <a:p>
            <a:pPr marL="306000" lvl="0" indent="-306000" algn="l" rtl="0">
              <a:lnSpc>
                <a:spcPct val="110000"/>
              </a:lnSpc>
              <a:spcBef>
                <a:spcPts val="0"/>
              </a:spcBef>
              <a:spcAft>
                <a:spcPts val="0"/>
              </a:spcAft>
              <a:buSzPts val="1840"/>
              <a:buChar char="◼"/>
            </a:pPr>
            <a:r>
              <a:rPr lang="en-US" sz="2000"/>
              <a:t>This project successfully developed a machine learning-based system to predict eligibility for social welfare schemes under the National Social Assistance Program (NSAP) using demographic and beneficiary data. By leveraging IBM Cloud and watsonx.ai Studio, the solution provides a scalable and efficient platform for data processing, model training, and real-time prediction. The regression-based approach demonstrated the ability to identify meaningful patterns within large government datasets, reducing manual verification efforts and improving accuracy in scheme allocation. Overall, the system enhances transparency, speeds up decision-making, and supports government agencies in delivering welfare benefits to deserving individuals more effectively.</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49" name="Google Shape;249;p36"/>
          <p:cNvSpPr txBox="1">
            <a:spLocks noGrp="1"/>
          </p:cNvSpPr>
          <p:nvPr>
            <p:ph type="body" idx="1"/>
          </p:nvPr>
        </p:nvSpPr>
        <p:spPr>
          <a:xfrm>
            <a:off x="581192" y="1302026"/>
            <a:ext cx="11029500" cy="4673400"/>
          </a:xfrm>
          <a:prstGeom prst="rect">
            <a:avLst/>
          </a:prstGeom>
          <a:noFill/>
          <a:ln>
            <a:noFill/>
          </a:ln>
        </p:spPr>
        <p:txBody>
          <a:bodyPr spcFirstLastPara="1" wrap="square" lIns="91425" tIns="45700" rIns="91425" bIns="45700" anchor="ctr" anchorCtr="0">
            <a:normAutofit/>
          </a:bodyPr>
          <a:lstStyle/>
          <a:p>
            <a:pPr marL="0" lvl="0" indent="0" algn="l" rtl="0">
              <a:lnSpc>
                <a:spcPct val="110000"/>
              </a:lnSpc>
              <a:spcBef>
                <a:spcPts val="0"/>
              </a:spcBef>
              <a:spcAft>
                <a:spcPts val="0"/>
              </a:spcAft>
              <a:buSzPts val="1840"/>
              <a:buNone/>
            </a:pPr>
            <a:endParaRPr sz="2000" b="1"/>
          </a:p>
          <a:p>
            <a:pPr marL="306000" lvl="0" indent="-306000" algn="l" rtl="0">
              <a:lnSpc>
                <a:spcPct val="110000"/>
              </a:lnSpc>
              <a:spcBef>
                <a:spcPts val="1000"/>
              </a:spcBef>
              <a:spcAft>
                <a:spcPts val="0"/>
              </a:spcAft>
              <a:buSzPts val="1840"/>
              <a:buChar char="◼"/>
            </a:pPr>
            <a:r>
              <a:rPr lang="en-US" sz="2000"/>
              <a:t>The proposed system can be further enhanced by integrating real-time applicant data and additional socio-economic indicators such as employment status, health conditions, and education level to improve prediction accuracy. Advanced machine learning techniques like deep learning and ensemble models can be implemented to handle larger and more complex datasets. The system can also be extended with a user-friendly web or mobile application for easy access by government officials and citizens. Furthermore, integration with national databases such as Aadhaar and other digital governance platforms can enable automatic verification and faster scheme allocation, making the welfare distribution process more transparent, scalable, and efficient.</a:t>
            </a:r>
            <a:endParaRPr/>
          </a:p>
          <a:p>
            <a:pPr marL="305435" lvl="0" indent="-206121" algn="l" rtl="0">
              <a:lnSpc>
                <a:spcPct val="110000"/>
              </a:lnSpc>
              <a:spcBef>
                <a:spcPts val="940"/>
              </a:spcBef>
              <a:spcAft>
                <a:spcPts val="0"/>
              </a:spcAft>
              <a:buSzPts val="1564"/>
              <a:buNone/>
            </a:pPr>
            <a:endParaRPr/>
          </a:p>
        </p:txBody>
      </p:sp>
      <p:sp>
        <p:nvSpPr>
          <p:cNvPr id="250" name="Google Shape;250;p36"/>
          <p:cNvSpPr txBox="1"/>
          <p:nvPr/>
        </p:nvSpPr>
        <p:spPr>
          <a:xfrm>
            <a:off x="535670" y="844659"/>
            <a:ext cx="11029500" cy="530400"/>
          </a:xfrm>
          <a:prstGeom prst="rect">
            <a:avLst/>
          </a:prstGeom>
          <a:noFill/>
          <a:ln>
            <a:noFill/>
          </a:ln>
        </p:spPr>
        <p:txBody>
          <a:bodyPr spcFirstLastPara="1" wrap="square" lIns="91425" tIns="45700" rIns="91425" bIns="45700" anchor="b" anchorCtr="0">
            <a:normAutofit fontScale="82500" lnSpcReduction="20000"/>
          </a:bodyPr>
          <a:lstStyle/>
          <a:p>
            <a:pPr marL="0" marR="0" lvl="0" indent="0" algn="l" rtl="0">
              <a:lnSpc>
                <a:spcPct val="100000"/>
              </a:lnSpc>
              <a:spcBef>
                <a:spcPts val="0"/>
              </a:spcBef>
              <a:spcAft>
                <a:spcPts val="0"/>
              </a:spcAft>
              <a:buClr>
                <a:schemeClr val="accent1"/>
              </a:buClr>
              <a:buSzPct val="100000"/>
              <a:buFont typeface="Arial"/>
              <a:buNone/>
            </a:pPr>
            <a:r>
              <a:rPr lang="en-US" sz="4400" b="1" cap="none">
                <a:solidFill>
                  <a:schemeClr val="accent1"/>
                </a:solidFill>
                <a:latin typeface="Arial"/>
                <a:ea typeface="Arial"/>
                <a:cs typeface="Arial"/>
                <a:sym typeface="Arial"/>
              </a:rPr>
              <a:t>FUTURE SCOPE</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54"/>
        <p:cNvGrpSpPr/>
        <p:nvPr/>
      </p:nvGrpSpPr>
      <p:grpSpPr>
        <a:xfrm>
          <a:off x="0" y="0"/>
          <a:ext cx="0" cy="0"/>
          <a:chOff x="0" y="0"/>
          <a:chExt cx="0" cy="0"/>
        </a:xfrm>
      </p:grpSpPr>
      <p:sp>
        <p:nvSpPr>
          <p:cNvPr id="255" name="Google Shape;255;p37"/>
          <p:cNvSpPr txBox="1">
            <a:spLocks noGrp="1"/>
          </p:cNvSpPr>
          <p:nvPr>
            <p:ph type="title"/>
          </p:nvPr>
        </p:nvSpPr>
        <p:spPr>
          <a:xfrm>
            <a:off x="581192" y="702156"/>
            <a:ext cx="11029500" cy="530400"/>
          </a:xfrm>
          <a:prstGeom prst="rect">
            <a:avLst/>
          </a:prstGeom>
          <a:noFill/>
          <a:ln>
            <a:noFill/>
          </a:ln>
        </p:spPr>
        <p:txBody>
          <a:bodyPr spcFirstLastPara="1" wrap="square" lIns="91425" tIns="45700" rIns="91425" bIns="45700" anchor="b" anchorCtr="0">
            <a:normAutofit fontScale="90000"/>
          </a:bodyPr>
          <a:lstStyle/>
          <a:p>
            <a:pPr marL="0" lvl="0" indent="0" algn="l" rtl="0">
              <a:lnSpc>
                <a:spcPct val="100000"/>
              </a:lnSpc>
              <a:spcBef>
                <a:spcPts val="0"/>
              </a:spcBef>
              <a:spcAft>
                <a:spcPts val="0"/>
              </a:spcAft>
              <a:buClr>
                <a:schemeClr val="accent1"/>
              </a:buClr>
              <a:buSzPct val="100000"/>
              <a:buFont typeface="Arial"/>
              <a:buNone/>
            </a:pPr>
            <a:r>
              <a:rPr lang="en-US" sz="4400" b="1">
                <a:solidFill>
                  <a:schemeClr val="accent1"/>
                </a:solidFill>
                <a:latin typeface="Arial"/>
                <a:ea typeface="Arial"/>
                <a:cs typeface="Arial"/>
                <a:sym typeface="Arial"/>
              </a:rPr>
              <a:t>REFERENCES</a:t>
            </a:r>
            <a:endParaRPr/>
          </a:p>
        </p:txBody>
      </p:sp>
      <p:sp>
        <p:nvSpPr>
          <p:cNvPr id="256" name="Google Shape;256;p37"/>
          <p:cNvSpPr txBox="1">
            <a:spLocks noGrp="1"/>
          </p:cNvSpPr>
          <p:nvPr>
            <p:ph type="body" idx="1"/>
          </p:nvPr>
        </p:nvSpPr>
        <p:spPr>
          <a:xfrm>
            <a:off x="581192" y="1302026"/>
            <a:ext cx="11029500" cy="4673400"/>
          </a:xfrm>
          <a:prstGeom prst="rect">
            <a:avLst/>
          </a:prstGeom>
          <a:noFill/>
          <a:ln>
            <a:noFill/>
          </a:ln>
        </p:spPr>
        <p:txBody>
          <a:bodyPr spcFirstLastPara="1" wrap="square" lIns="91425" tIns="45700" rIns="91425" bIns="45700" anchor="ctr" anchorCtr="0">
            <a:normAutofit/>
          </a:bodyPr>
          <a:lstStyle/>
          <a:p>
            <a:pPr marL="0" lvl="0" indent="-152400" algn="l" rtl="0">
              <a:lnSpc>
                <a:spcPct val="100000"/>
              </a:lnSpc>
              <a:spcBef>
                <a:spcPts val="0"/>
              </a:spcBef>
              <a:spcAft>
                <a:spcPts val="0"/>
              </a:spcAft>
              <a:buClr>
                <a:schemeClr val="dk1"/>
              </a:buClr>
              <a:buSzPts val="2400"/>
              <a:buFont typeface="Arial"/>
              <a:buChar char="•"/>
            </a:pPr>
            <a:r>
              <a:rPr lang="en-US" sz="2400">
                <a:solidFill>
                  <a:schemeClr val="dk1"/>
                </a:solidFill>
                <a:latin typeface="Arial"/>
                <a:ea typeface="Arial"/>
                <a:cs typeface="Arial"/>
                <a:sym typeface="Arial"/>
              </a:rPr>
              <a:t>Government of India, </a:t>
            </a:r>
            <a:r>
              <a:rPr lang="en-US" sz="2400" b="1">
                <a:solidFill>
                  <a:schemeClr val="dk1"/>
                </a:solidFill>
                <a:latin typeface="Arial"/>
                <a:ea typeface="Arial"/>
                <a:cs typeface="Arial"/>
                <a:sym typeface="Arial"/>
              </a:rPr>
              <a:t>National Social Assistance Program (NSAP)</a:t>
            </a:r>
            <a:r>
              <a:rPr lang="en-US" sz="2400">
                <a:solidFill>
                  <a:schemeClr val="dk1"/>
                </a:solidFill>
                <a:latin typeface="Arial"/>
                <a:ea typeface="Arial"/>
                <a:cs typeface="Arial"/>
                <a:sym typeface="Arial"/>
              </a:rPr>
              <a:t> – Official scheme guidelines and beneficiary framework.</a:t>
            </a:r>
            <a:endParaRPr/>
          </a:p>
          <a:p>
            <a:pPr marL="0" lvl="0" indent="0" algn="l" rtl="0">
              <a:lnSpc>
                <a:spcPct val="100000"/>
              </a:lnSpc>
              <a:spcBef>
                <a:spcPts val="0"/>
              </a:spcBef>
              <a:spcAft>
                <a:spcPts val="0"/>
              </a:spcAft>
              <a:buClr>
                <a:srgbClr val="3F3F3F"/>
              </a:buClr>
              <a:buSzPts val="2400"/>
              <a:buNone/>
            </a:pPr>
            <a:endParaRPr sz="2400">
              <a:solidFill>
                <a:schemeClr val="dk1"/>
              </a:solidFill>
              <a:latin typeface="Arial"/>
              <a:ea typeface="Arial"/>
              <a:cs typeface="Arial"/>
              <a:sym typeface="Arial"/>
            </a:endParaRPr>
          </a:p>
          <a:p>
            <a:pPr marL="0" lvl="0" indent="-152400" algn="l" rtl="0">
              <a:lnSpc>
                <a:spcPct val="100000"/>
              </a:lnSpc>
              <a:spcBef>
                <a:spcPts val="0"/>
              </a:spcBef>
              <a:spcAft>
                <a:spcPts val="0"/>
              </a:spcAft>
              <a:buClr>
                <a:schemeClr val="dk1"/>
              </a:buClr>
              <a:buSzPts val="2400"/>
              <a:buFont typeface="Arial"/>
              <a:buChar char="•"/>
            </a:pPr>
            <a:r>
              <a:rPr lang="en-US" sz="2400">
                <a:solidFill>
                  <a:schemeClr val="dk1"/>
                </a:solidFill>
                <a:latin typeface="Arial"/>
                <a:ea typeface="Arial"/>
                <a:cs typeface="Arial"/>
                <a:sym typeface="Arial"/>
              </a:rPr>
              <a:t>IBM Corporation, </a:t>
            </a:r>
            <a:r>
              <a:rPr lang="en-US" sz="2400" b="1">
                <a:solidFill>
                  <a:schemeClr val="dk1"/>
                </a:solidFill>
                <a:latin typeface="Arial"/>
                <a:ea typeface="Arial"/>
                <a:cs typeface="Arial"/>
                <a:sym typeface="Arial"/>
              </a:rPr>
              <a:t>IBM Cloud</a:t>
            </a:r>
            <a:r>
              <a:rPr lang="en-US" sz="2400">
                <a:solidFill>
                  <a:schemeClr val="dk1"/>
                </a:solidFill>
                <a:latin typeface="Arial"/>
                <a:ea typeface="Arial"/>
                <a:cs typeface="Arial"/>
                <a:sym typeface="Arial"/>
              </a:rPr>
              <a:t> Documentation – Cloud infrastructure and AI deployment services.</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60"/>
        <p:cNvGrpSpPr/>
        <p:nvPr/>
      </p:nvGrpSpPr>
      <p:grpSpPr>
        <a:xfrm>
          <a:off x="0" y="0"/>
          <a:ext cx="0" cy="0"/>
          <a:chOff x="0" y="0"/>
          <a:chExt cx="0" cy="0"/>
        </a:xfrm>
      </p:grpSpPr>
      <p:sp>
        <p:nvSpPr>
          <p:cNvPr id="261" name="Google Shape;261;p38"/>
          <p:cNvSpPr txBox="1">
            <a:spLocks noGrp="1"/>
          </p:cNvSpPr>
          <p:nvPr>
            <p:ph type="title"/>
          </p:nvPr>
        </p:nvSpPr>
        <p:spPr>
          <a:xfrm>
            <a:off x="581192" y="702156"/>
            <a:ext cx="11029500" cy="5304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accent1"/>
              </a:buClr>
              <a:buSzPts val="2800"/>
              <a:buFont typeface="Franklin Gothic"/>
              <a:buNone/>
            </a:pPr>
            <a:r>
              <a:rPr lang="en-US">
                <a:solidFill>
                  <a:schemeClr val="accent1"/>
                </a:solidFill>
              </a:rPr>
              <a:t>IBM CERTIFICATES</a:t>
            </a:r>
            <a:endParaRPr>
              <a:solidFill>
                <a:schemeClr val="accent1"/>
              </a:solidFill>
            </a:endParaRPr>
          </a:p>
        </p:txBody>
      </p:sp>
      <p:sp>
        <p:nvSpPr>
          <p:cNvPr id="3" name="Text Placeholder 2">
            <a:extLst>
              <a:ext uri="{FF2B5EF4-FFF2-40B4-BE49-F238E27FC236}">
                <a16:creationId xmlns:a16="http://schemas.microsoft.com/office/drawing/2014/main" id="{12644BC2-9CAB-A23C-8799-15AE15ADA55B}"/>
              </a:ext>
            </a:extLst>
          </p:cNvPr>
          <p:cNvSpPr>
            <a:spLocks noGrp="1"/>
          </p:cNvSpPr>
          <p:nvPr>
            <p:ph type="body" idx="1"/>
          </p:nvPr>
        </p:nvSpPr>
        <p:spPr>
          <a:xfrm>
            <a:off x="2308392" y="1232556"/>
            <a:ext cx="6922693" cy="4923288"/>
          </a:xfrm>
        </p:spPr>
        <p:txBody>
          <a:bodyPr/>
          <a:lstStyle/>
          <a:p>
            <a:endParaRPr lang="en-IN" dirty="0"/>
          </a:p>
        </p:txBody>
      </p:sp>
      <p:pic>
        <p:nvPicPr>
          <p:cNvPr id="5" name="Picture 4">
            <a:extLst>
              <a:ext uri="{FF2B5EF4-FFF2-40B4-BE49-F238E27FC236}">
                <a16:creationId xmlns:a16="http://schemas.microsoft.com/office/drawing/2014/main" id="{B40A6B46-1169-A169-5C6B-756A649809B3}"/>
              </a:ext>
            </a:extLst>
          </p:cNvPr>
          <p:cNvPicPr>
            <a:picLocks noChangeAspect="1"/>
          </p:cNvPicPr>
          <p:nvPr/>
        </p:nvPicPr>
        <p:blipFill>
          <a:blip r:embed="rId3"/>
          <a:stretch>
            <a:fillRect/>
          </a:stretch>
        </p:blipFill>
        <p:spPr>
          <a:xfrm>
            <a:off x="2308391" y="1154200"/>
            <a:ext cx="6922693" cy="5038244"/>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66"/>
        <p:cNvGrpSpPr/>
        <p:nvPr/>
      </p:nvGrpSpPr>
      <p:grpSpPr>
        <a:xfrm>
          <a:off x="0" y="0"/>
          <a:ext cx="0" cy="0"/>
          <a:chOff x="0" y="0"/>
          <a:chExt cx="0" cy="0"/>
        </a:xfrm>
      </p:grpSpPr>
      <p:sp>
        <p:nvSpPr>
          <p:cNvPr id="267" name="Google Shape;267;p39"/>
          <p:cNvSpPr txBox="1">
            <a:spLocks noGrp="1"/>
          </p:cNvSpPr>
          <p:nvPr>
            <p:ph type="title"/>
          </p:nvPr>
        </p:nvSpPr>
        <p:spPr>
          <a:xfrm>
            <a:off x="581192" y="702156"/>
            <a:ext cx="11029500" cy="5304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accent1"/>
              </a:buClr>
              <a:buSzPts val="2800"/>
              <a:buFont typeface="Franklin Gothic"/>
              <a:buNone/>
            </a:pPr>
            <a:r>
              <a:rPr lang="en-US">
                <a:solidFill>
                  <a:schemeClr val="accent1"/>
                </a:solidFill>
              </a:rPr>
              <a:t>IBM CERTIFICATES</a:t>
            </a:r>
            <a:endParaRPr/>
          </a:p>
        </p:txBody>
      </p:sp>
      <p:sp>
        <p:nvSpPr>
          <p:cNvPr id="3" name="Text Placeholder 2">
            <a:extLst>
              <a:ext uri="{FF2B5EF4-FFF2-40B4-BE49-F238E27FC236}">
                <a16:creationId xmlns:a16="http://schemas.microsoft.com/office/drawing/2014/main" id="{43519C2E-5542-292E-6DE5-3C3B6423F24B}"/>
              </a:ext>
            </a:extLst>
          </p:cNvPr>
          <p:cNvSpPr>
            <a:spLocks noGrp="1"/>
          </p:cNvSpPr>
          <p:nvPr>
            <p:ph type="body" idx="1"/>
          </p:nvPr>
        </p:nvSpPr>
        <p:spPr>
          <a:xfrm>
            <a:off x="2733204" y="1439686"/>
            <a:ext cx="6725589" cy="4509028"/>
          </a:xfrm>
        </p:spPr>
        <p:txBody>
          <a:bodyPr/>
          <a:lstStyle/>
          <a:p>
            <a:endParaRPr lang="en-IN" dirty="0"/>
          </a:p>
        </p:txBody>
      </p:sp>
      <p:pic>
        <p:nvPicPr>
          <p:cNvPr id="5" name="Picture 4">
            <a:extLst>
              <a:ext uri="{FF2B5EF4-FFF2-40B4-BE49-F238E27FC236}">
                <a16:creationId xmlns:a16="http://schemas.microsoft.com/office/drawing/2014/main" id="{8D187159-A1FD-01F4-06B6-AC2C39AAB5E3}"/>
              </a:ext>
            </a:extLst>
          </p:cNvPr>
          <p:cNvPicPr>
            <a:picLocks noChangeAspect="1"/>
          </p:cNvPicPr>
          <p:nvPr/>
        </p:nvPicPr>
        <p:blipFill>
          <a:blip r:embed="rId3"/>
          <a:stretch>
            <a:fillRect/>
          </a:stretch>
        </p:blipFill>
        <p:spPr>
          <a:xfrm>
            <a:off x="2733204" y="1336121"/>
            <a:ext cx="6725589" cy="4716158"/>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72"/>
        <p:cNvGrpSpPr/>
        <p:nvPr/>
      </p:nvGrpSpPr>
      <p:grpSpPr>
        <a:xfrm>
          <a:off x="0" y="0"/>
          <a:ext cx="0" cy="0"/>
          <a:chOff x="0" y="0"/>
          <a:chExt cx="0" cy="0"/>
        </a:xfrm>
      </p:grpSpPr>
      <p:sp>
        <p:nvSpPr>
          <p:cNvPr id="273" name="Google Shape;273;p40"/>
          <p:cNvSpPr txBox="1">
            <a:spLocks noGrp="1"/>
          </p:cNvSpPr>
          <p:nvPr>
            <p:ph type="title"/>
          </p:nvPr>
        </p:nvSpPr>
        <p:spPr>
          <a:xfrm>
            <a:off x="581192" y="702156"/>
            <a:ext cx="11029500" cy="5304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accent1"/>
              </a:buClr>
              <a:buSzPts val="2800"/>
              <a:buFont typeface="Franklin Gothic"/>
              <a:buNone/>
            </a:pPr>
            <a:r>
              <a:rPr lang="en-US">
                <a:solidFill>
                  <a:schemeClr val="accent1"/>
                </a:solidFill>
              </a:rPr>
              <a:t>IBM CERTIFICATES</a:t>
            </a:r>
            <a:endParaRPr/>
          </a:p>
        </p:txBody>
      </p:sp>
      <p:sp>
        <p:nvSpPr>
          <p:cNvPr id="3" name="Text Placeholder 2">
            <a:extLst>
              <a:ext uri="{FF2B5EF4-FFF2-40B4-BE49-F238E27FC236}">
                <a16:creationId xmlns:a16="http://schemas.microsoft.com/office/drawing/2014/main" id="{A5DC95C6-E4C8-0E91-D06F-9457BED57B5C}"/>
              </a:ext>
            </a:extLst>
          </p:cNvPr>
          <p:cNvSpPr>
            <a:spLocks noGrp="1"/>
          </p:cNvSpPr>
          <p:nvPr>
            <p:ph type="body" idx="1"/>
          </p:nvPr>
        </p:nvSpPr>
        <p:spPr>
          <a:xfrm>
            <a:off x="2029553" y="1482444"/>
            <a:ext cx="8028848" cy="4466270"/>
          </a:xfrm>
        </p:spPr>
        <p:txBody>
          <a:bodyPr/>
          <a:lstStyle/>
          <a:p>
            <a:endParaRPr lang="en-IN"/>
          </a:p>
        </p:txBody>
      </p:sp>
      <p:pic>
        <p:nvPicPr>
          <p:cNvPr id="5" name="Picture 4">
            <a:extLst>
              <a:ext uri="{FF2B5EF4-FFF2-40B4-BE49-F238E27FC236}">
                <a16:creationId xmlns:a16="http://schemas.microsoft.com/office/drawing/2014/main" id="{586B400A-847E-6295-FA7D-D3E43E699952}"/>
              </a:ext>
            </a:extLst>
          </p:cNvPr>
          <p:cNvPicPr>
            <a:picLocks noChangeAspect="1"/>
          </p:cNvPicPr>
          <p:nvPr/>
        </p:nvPicPr>
        <p:blipFill>
          <a:blip r:embed="rId3"/>
          <a:stretch>
            <a:fillRect/>
          </a:stretch>
        </p:blipFill>
        <p:spPr>
          <a:xfrm>
            <a:off x="1941226" y="1482444"/>
            <a:ext cx="8221222" cy="446627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78"/>
        <p:cNvGrpSpPr/>
        <p:nvPr/>
      </p:nvGrpSpPr>
      <p:grpSpPr>
        <a:xfrm>
          <a:off x="0" y="0"/>
          <a:ext cx="0" cy="0"/>
          <a:chOff x="0" y="0"/>
          <a:chExt cx="0" cy="0"/>
        </a:xfrm>
      </p:grpSpPr>
      <p:sp>
        <p:nvSpPr>
          <p:cNvPr id="279" name="Google Shape;279;p41"/>
          <p:cNvSpPr txBox="1">
            <a:spLocks noGrp="1"/>
          </p:cNvSpPr>
          <p:nvPr>
            <p:ph type="title"/>
          </p:nvPr>
        </p:nvSpPr>
        <p:spPr>
          <a:xfrm>
            <a:off x="581192" y="702156"/>
            <a:ext cx="11029500" cy="5304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accent1"/>
              </a:buClr>
              <a:buSzPts val="2800"/>
              <a:buFont typeface="Franklin Gothic"/>
              <a:buNone/>
            </a:pPr>
            <a:r>
              <a:rPr lang="en-US">
                <a:solidFill>
                  <a:schemeClr val="accent1"/>
                </a:solidFill>
              </a:rPr>
              <a:t>IBM CERTIFICATES</a:t>
            </a:r>
            <a:endParaRPr/>
          </a:p>
        </p:txBody>
      </p:sp>
      <p:sp>
        <p:nvSpPr>
          <p:cNvPr id="3" name="Text Placeholder 2">
            <a:extLst>
              <a:ext uri="{FF2B5EF4-FFF2-40B4-BE49-F238E27FC236}">
                <a16:creationId xmlns:a16="http://schemas.microsoft.com/office/drawing/2014/main" id="{7C363E76-A91B-5BF8-1BC6-C6E18DB6BDA2}"/>
              </a:ext>
            </a:extLst>
          </p:cNvPr>
          <p:cNvSpPr>
            <a:spLocks noGrp="1"/>
          </p:cNvSpPr>
          <p:nvPr>
            <p:ph type="body" idx="1"/>
          </p:nvPr>
        </p:nvSpPr>
        <p:spPr>
          <a:xfrm>
            <a:off x="2058073" y="1232556"/>
            <a:ext cx="8164064" cy="4673400"/>
          </a:xfrm>
        </p:spPr>
        <p:txBody>
          <a:bodyPr/>
          <a:lstStyle/>
          <a:p>
            <a:endParaRPr lang="en-IN" dirty="0"/>
          </a:p>
        </p:txBody>
      </p:sp>
      <p:pic>
        <p:nvPicPr>
          <p:cNvPr id="5" name="Picture 4">
            <a:extLst>
              <a:ext uri="{FF2B5EF4-FFF2-40B4-BE49-F238E27FC236}">
                <a16:creationId xmlns:a16="http://schemas.microsoft.com/office/drawing/2014/main" id="{47348CF6-C043-7996-B6FB-0EDBFB2947B2}"/>
              </a:ext>
            </a:extLst>
          </p:cNvPr>
          <p:cNvPicPr>
            <a:picLocks noChangeAspect="1"/>
          </p:cNvPicPr>
          <p:nvPr/>
        </p:nvPicPr>
        <p:blipFill>
          <a:blip r:embed="rId3"/>
          <a:stretch>
            <a:fillRect/>
          </a:stretch>
        </p:blipFill>
        <p:spPr>
          <a:xfrm>
            <a:off x="2013910" y="1232557"/>
            <a:ext cx="8164064" cy="467340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84"/>
        <p:cNvGrpSpPr/>
        <p:nvPr/>
      </p:nvGrpSpPr>
      <p:grpSpPr>
        <a:xfrm>
          <a:off x="0" y="0"/>
          <a:ext cx="0" cy="0"/>
          <a:chOff x="0" y="0"/>
          <a:chExt cx="0" cy="0"/>
        </a:xfrm>
      </p:grpSpPr>
      <p:sp>
        <p:nvSpPr>
          <p:cNvPr id="285" name="Google Shape;285;p42"/>
          <p:cNvSpPr txBox="1">
            <a:spLocks noGrp="1"/>
          </p:cNvSpPr>
          <p:nvPr>
            <p:ph type="title"/>
          </p:nvPr>
        </p:nvSpPr>
        <p:spPr>
          <a:xfrm>
            <a:off x="581192" y="702156"/>
            <a:ext cx="11029500" cy="5304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accent1"/>
              </a:buClr>
              <a:buSzPts val="2800"/>
              <a:buFont typeface="Franklin Gothic"/>
              <a:buNone/>
            </a:pPr>
            <a:r>
              <a:rPr lang="en-US">
                <a:solidFill>
                  <a:schemeClr val="accent1"/>
                </a:solidFill>
              </a:rPr>
              <a:t>GITHUB LINK</a:t>
            </a:r>
            <a:endParaRPr>
              <a:solidFill>
                <a:schemeClr val="accent1"/>
              </a:solidFill>
            </a:endParaRPr>
          </a:p>
        </p:txBody>
      </p:sp>
      <p:sp>
        <p:nvSpPr>
          <p:cNvPr id="286" name="Google Shape;286;p42"/>
          <p:cNvSpPr txBox="1">
            <a:spLocks noGrp="1"/>
          </p:cNvSpPr>
          <p:nvPr>
            <p:ph type="body" idx="1"/>
          </p:nvPr>
        </p:nvSpPr>
        <p:spPr>
          <a:xfrm>
            <a:off x="581192" y="1302026"/>
            <a:ext cx="11029500" cy="4673400"/>
          </a:xfrm>
          <a:prstGeom prst="rect">
            <a:avLst/>
          </a:prstGeom>
          <a:noFill/>
          <a:ln>
            <a:noFill/>
          </a:ln>
        </p:spPr>
        <p:txBody>
          <a:bodyPr spcFirstLastPara="1" wrap="square" lIns="91425" tIns="45700" rIns="91425" bIns="45700" anchor="ctr" anchorCtr="0">
            <a:normAutofit/>
          </a:bodyPr>
          <a:lstStyle/>
          <a:p>
            <a:pPr marL="306000" lvl="0" indent="-306000">
              <a:spcBef>
                <a:spcPts val="0"/>
              </a:spcBef>
              <a:buSzPts val="1564"/>
            </a:pPr>
            <a:r>
              <a:rPr lang="en-US" dirty="0"/>
              <a:t>https://github.com/ShivSonker08/IBM-Social-Welfare-Project.git</a:t>
            </a:r>
            <a:endParaRPr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90"/>
        <p:cNvGrpSpPr/>
        <p:nvPr/>
      </p:nvGrpSpPr>
      <p:grpSpPr>
        <a:xfrm>
          <a:off x="0" y="0"/>
          <a:ext cx="0" cy="0"/>
          <a:chOff x="0" y="0"/>
          <a:chExt cx="0" cy="0"/>
        </a:xfrm>
      </p:grpSpPr>
      <p:sp>
        <p:nvSpPr>
          <p:cNvPr id="291" name="Google Shape;291;p43"/>
          <p:cNvSpPr txBox="1">
            <a:spLocks noGrp="1"/>
          </p:cNvSpPr>
          <p:nvPr>
            <p:ph type="title"/>
          </p:nvPr>
        </p:nvSpPr>
        <p:spPr>
          <a:xfrm>
            <a:off x="1463041" y="2766218"/>
            <a:ext cx="9298800" cy="1325700"/>
          </a:xfrm>
          <a:prstGeom prst="rect">
            <a:avLst/>
          </a:prstGeom>
          <a:noFill/>
          <a:ln>
            <a:noFill/>
          </a:ln>
        </p:spPr>
        <p:txBody>
          <a:bodyPr spcFirstLastPara="1" wrap="square" lIns="91425" tIns="45700" rIns="91425" bIns="45700" anchor="b" anchorCtr="0">
            <a:normAutofit/>
          </a:bodyPr>
          <a:lstStyle/>
          <a:p>
            <a:pPr marL="0" lvl="0" indent="0" algn="ctr" rtl="0">
              <a:lnSpc>
                <a:spcPct val="100000"/>
              </a:lnSpc>
              <a:spcBef>
                <a:spcPts val="0"/>
              </a:spcBef>
              <a:spcAft>
                <a:spcPts val="0"/>
              </a:spcAft>
              <a:buClr>
                <a:srgbClr val="002060"/>
              </a:buClr>
              <a:buSzPts val="2800"/>
              <a:buFont typeface="Arial"/>
              <a:buNone/>
            </a:pPr>
            <a:r>
              <a:rPr lang="en-US" b="1" dirty="0">
                <a:solidFill>
                  <a:srgbClr val="002060"/>
                </a:solidFill>
                <a:latin typeface="Arial"/>
                <a:ea typeface="Arial"/>
                <a:cs typeface="Arial"/>
                <a:sym typeface="Arial"/>
              </a:rPr>
              <a:t>THANK YOU</a:t>
            </a:r>
            <a:endParaRPr dirty="0"/>
          </a:p>
        </p:txBody>
      </p:sp>
    </p:spTree>
  </p:cSld>
  <p:clrMapOvr>
    <a:masterClrMapping/>
  </p:clrMapOvr>
</p:sld>
</file>

<file path=ppt/theme/theme1.xml><?xml version="1.0" encoding="utf-8"?>
<a:theme xmlns:a="http://schemas.openxmlformats.org/drawingml/2006/main" name="DividendVTI">
  <a:themeElements>
    <a:clrScheme name="Blue II">
      <a:dk1>
        <a:srgbClr val="000000"/>
      </a:dk1>
      <a:lt1>
        <a:srgbClr val="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1180</Words>
  <Application>Microsoft Office PowerPoint</Application>
  <PresentationFormat>Widescreen</PresentationFormat>
  <Paragraphs>105</Paragraphs>
  <Slides>31</Slides>
  <Notes>31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31</vt:i4>
      </vt:variant>
    </vt:vector>
  </HeadingPairs>
  <TitlesOfParts>
    <vt:vector size="37" baseType="lpstr">
      <vt:lpstr>Arial</vt:lpstr>
      <vt:lpstr>Calibri</vt:lpstr>
      <vt:lpstr>Franklin Gothic</vt:lpstr>
      <vt:lpstr>Libre Franklin</vt:lpstr>
      <vt:lpstr>Noto Sans Symbols</vt:lpstr>
      <vt:lpstr>DividendVTI</vt:lpstr>
      <vt:lpstr>PREDICTING ELIGIBILITY FOR SOCIAL WELFARE SCHEMES USING MACHINE LEARNING </vt:lpstr>
      <vt:lpstr>OUTLINE</vt:lpstr>
      <vt:lpstr>PROBLEM STATEMENT</vt:lpstr>
      <vt:lpstr>PROPOSED SOLUTION</vt:lpstr>
      <vt:lpstr>                     TECHNOLOGY USED</vt:lpstr>
      <vt:lpstr>SYSTEM  APPROACH</vt:lpstr>
      <vt:lpstr>ALGORITHM &amp; DEPLOYMENT</vt:lpstr>
      <vt:lpstr>RESULT</vt:lpstr>
      <vt:lpstr>RESULT</vt:lpstr>
      <vt:lpstr>RESULT</vt:lpstr>
      <vt:lpstr>RESULT</vt:lpstr>
      <vt:lpstr>RESULT</vt:lpstr>
      <vt:lpstr>RESULT</vt:lpstr>
      <vt:lpstr>RESULT</vt:lpstr>
      <vt:lpstr>RESULT</vt:lpstr>
      <vt:lpstr>RESULT</vt:lpstr>
      <vt:lpstr>RESULT</vt:lpstr>
      <vt:lpstr>RESULT</vt:lpstr>
      <vt:lpstr>RESULT</vt:lpstr>
      <vt:lpstr>RESULT</vt:lpstr>
      <vt:lpstr>RESULT</vt:lpstr>
      <vt:lpstr>RESULT</vt:lpstr>
      <vt:lpstr>  CONCLUSION</vt:lpstr>
      <vt:lpstr>PowerPoint Presentation</vt:lpstr>
      <vt:lpstr>REFERENCES</vt:lpstr>
      <vt:lpstr>IBM CERTIFICATES</vt:lpstr>
      <vt:lpstr>IBM CERTIFICATES</vt:lpstr>
      <vt:lpstr>IBM CERTIFICATES</vt:lpstr>
      <vt:lpstr>IBM CERTIFICATES</vt:lpstr>
      <vt:lpstr>GITHUB LINK</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HP-PC</dc:creator>
  <cp:lastModifiedBy>Tisha Sonkar</cp:lastModifiedBy>
  <cp:revision>2</cp:revision>
  <dcterms:modified xsi:type="dcterms:W3CDTF">2026-02-06T16:59:48Z</dcterms:modified>
</cp:coreProperties>
</file>